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9"/>
  </p:notesMasterIdLst>
  <p:sldIdLst>
    <p:sldId id="256" r:id="rId2"/>
    <p:sldId id="273" r:id="rId3"/>
    <p:sldId id="257" r:id="rId4"/>
    <p:sldId id="258" r:id="rId5"/>
    <p:sldId id="259" r:id="rId6"/>
    <p:sldId id="260" r:id="rId7"/>
    <p:sldId id="263" r:id="rId8"/>
    <p:sldId id="261" r:id="rId9"/>
    <p:sldId id="264" r:id="rId10"/>
    <p:sldId id="265" r:id="rId11"/>
    <p:sldId id="268" r:id="rId12"/>
    <p:sldId id="266" r:id="rId13"/>
    <p:sldId id="269" r:id="rId14"/>
    <p:sldId id="270" r:id="rId15"/>
    <p:sldId id="271" r:id="rId16"/>
    <p:sldId id="267" r:id="rId17"/>
    <p:sldId id="272"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3F25625-561F-4FF4-83D8-05D5BAD7C1D2}" v="49" dt="2026-10-23T08:29:27.66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94660"/>
  </p:normalViewPr>
  <p:slideViewPr>
    <p:cSldViewPr snapToGrid="0">
      <p:cViewPr varScale="1">
        <p:scale>
          <a:sx n="90" d="100"/>
          <a:sy n="90" d="100"/>
        </p:scale>
        <p:origin x="355"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usuma tanuku" userId="2df8c705b415d193" providerId="LiveId" clId="{CA0DFD3F-AD1C-4D29-9DDF-4B31026A602D}"/>
    <pc:docChg chg="undo custSel addSld delSld modSld sldOrd">
      <pc:chgData name="kusuma tanuku" userId="2df8c705b415d193" providerId="LiveId" clId="{CA0DFD3F-AD1C-4D29-9DDF-4B31026A602D}" dt="2026-10-23T08:32:12.937" v="767" actId="2711"/>
      <pc:docMkLst>
        <pc:docMk/>
      </pc:docMkLst>
      <pc:sldChg chg="modSp add mod ord">
        <pc:chgData name="kusuma tanuku" userId="2df8c705b415d193" providerId="LiveId" clId="{CA0DFD3F-AD1C-4D29-9DDF-4B31026A602D}" dt="2026-10-23T08:29:14.374" v="701" actId="20577"/>
        <pc:sldMkLst>
          <pc:docMk/>
          <pc:sldMk cId="0" sldId="256"/>
        </pc:sldMkLst>
        <pc:spChg chg="mod">
          <ac:chgData name="kusuma tanuku" userId="2df8c705b415d193" providerId="LiveId" clId="{CA0DFD3F-AD1C-4D29-9DDF-4B31026A602D}" dt="2026-10-23T08:29:14.374" v="701" actId="20577"/>
          <ac:spMkLst>
            <pc:docMk/>
            <pc:sldMk cId="0" sldId="256"/>
            <ac:spMk id="9" creationId="{00000000-0000-0000-0000-000000000000}"/>
          </ac:spMkLst>
        </pc:spChg>
        <pc:spChg chg="mod">
          <ac:chgData name="kusuma tanuku" userId="2df8c705b415d193" providerId="LiveId" clId="{CA0DFD3F-AD1C-4D29-9DDF-4B31026A602D}" dt="2026-10-23T07:42:01.076" v="8" actId="20577"/>
          <ac:spMkLst>
            <pc:docMk/>
            <pc:sldMk cId="0" sldId="256"/>
            <ac:spMk id="10" creationId="{00000000-0000-0000-0000-000000000000}"/>
          </ac:spMkLst>
        </pc:spChg>
        <pc:spChg chg="mod">
          <ac:chgData name="kusuma tanuku" userId="2df8c705b415d193" providerId="LiveId" clId="{CA0DFD3F-AD1C-4D29-9DDF-4B31026A602D}" dt="2026-10-23T08:29:05.273" v="698" actId="1076"/>
          <ac:spMkLst>
            <pc:docMk/>
            <pc:sldMk cId="0" sldId="256"/>
            <ac:spMk id="11" creationId="{00000000-0000-0000-0000-000000000000}"/>
          </ac:spMkLst>
        </pc:spChg>
      </pc:sldChg>
      <pc:sldChg chg="addSp delSp modSp mod">
        <pc:chgData name="kusuma tanuku" userId="2df8c705b415d193" providerId="LiveId" clId="{CA0DFD3F-AD1C-4D29-9DDF-4B31026A602D}" dt="2026-10-23T07:47:08.901" v="119" actId="688"/>
        <pc:sldMkLst>
          <pc:docMk/>
          <pc:sldMk cId="0" sldId="257"/>
        </pc:sldMkLst>
        <pc:spChg chg="add del mod">
          <ac:chgData name="kusuma tanuku" userId="2df8c705b415d193" providerId="LiveId" clId="{CA0DFD3F-AD1C-4D29-9DDF-4B31026A602D}" dt="2026-10-23T07:47:08.901" v="119" actId="688"/>
          <ac:spMkLst>
            <pc:docMk/>
            <pc:sldMk cId="0" sldId="257"/>
            <ac:spMk id="8" creationId="{00000000-0000-0000-0000-000000000000}"/>
          </ac:spMkLst>
        </pc:spChg>
      </pc:sldChg>
      <pc:sldChg chg="modSp add mod">
        <pc:chgData name="kusuma tanuku" userId="2df8c705b415d193" providerId="LiveId" clId="{CA0DFD3F-AD1C-4D29-9DDF-4B31026A602D}" dt="2026-10-23T07:52:05.669" v="164" actId="2711"/>
        <pc:sldMkLst>
          <pc:docMk/>
          <pc:sldMk cId="1798756506" sldId="258"/>
        </pc:sldMkLst>
        <pc:spChg chg="mod">
          <ac:chgData name="kusuma tanuku" userId="2df8c705b415d193" providerId="LiveId" clId="{CA0DFD3F-AD1C-4D29-9DDF-4B31026A602D}" dt="2026-10-23T07:52:05.669" v="164" actId="2711"/>
          <ac:spMkLst>
            <pc:docMk/>
            <pc:sldMk cId="1798756506" sldId="258"/>
            <ac:spMk id="8" creationId="{DCB65649-1613-9EDE-4647-E9DDA55BEEC8}"/>
          </ac:spMkLst>
        </pc:spChg>
        <pc:spChg chg="mod">
          <ac:chgData name="kusuma tanuku" userId="2df8c705b415d193" providerId="LiveId" clId="{CA0DFD3F-AD1C-4D29-9DDF-4B31026A602D}" dt="2026-10-23T07:47:47.802" v="144" actId="20577"/>
          <ac:spMkLst>
            <pc:docMk/>
            <pc:sldMk cId="1798756506" sldId="258"/>
            <ac:spMk id="11" creationId="{3861CFAE-4E30-EF2B-201B-D663AD5CA583}"/>
          </ac:spMkLst>
        </pc:spChg>
        <pc:grpChg chg="mod">
          <ac:chgData name="kusuma tanuku" userId="2df8c705b415d193" providerId="LiveId" clId="{CA0DFD3F-AD1C-4D29-9DDF-4B31026A602D}" dt="2026-10-23T07:48:29.668" v="151" actId="1076"/>
          <ac:grpSpMkLst>
            <pc:docMk/>
            <pc:sldMk cId="1798756506" sldId="258"/>
            <ac:grpSpMk id="3" creationId="{E1395EAD-DEC7-8E3D-7102-1003D31953E0}"/>
          </ac:grpSpMkLst>
        </pc:grpChg>
      </pc:sldChg>
      <pc:sldChg chg="modSp add mod">
        <pc:chgData name="kusuma tanuku" userId="2df8c705b415d193" providerId="LiveId" clId="{CA0DFD3F-AD1C-4D29-9DDF-4B31026A602D}" dt="2026-10-23T07:56:24.102" v="206" actId="1076"/>
        <pc:sldMkLst>
          <pc:docMk/>
          <pc:sldMk cId="3902795727" sldId="259"/>
        </pc:sldMkLst>
        <pc:spChg chg="mod">
          <ac:chgData name="kusuma tanuku" userId="2df8c705b415d193" providerId="LiveId" clId="{CA0DFD3F-AD1C-4D29-9DDF-4B31026A602D}" dt="2026-10-23T07:56:24.102" v="206" actId="1076"/>
          <ac:spMkLst>
            <pc:docMk/>
            <pc:sldMk cId="3902795727" sldId="259"/>
            <ac:spMk id="8" creationId="{22BAD6F8-7054-2320-EC22-98C7BB2E8E59}"/>
          </ac:spMkLst>
        </pc:spChg>
        <pc:spChg chg="mod">
          <ac:chgData name="kusuma tanuku" userId="2df8c705b415d193" providerId="LiveId" clId="{CA0DFD3F-AD1C-4D29-9DDF-4B31026A602D}" dt="2026-10-23T07:53:39.694" v="186" actId="20577"/>
          <ac:spMkLst>
            <pc:docMk/>
            <pc:sldMk cId="3902795727" sldId="259"/>
            <ac:spMk id="11" creationId="{C84FE2E6-096B-3146-E72B-C17C2BE83186}"/>
          </ac:spMkLst>
        </pc:spChg>
      </pc:sldChg>
      <pc:sldChg chg="addSp delSp modSp add mod">
        <pc:chgData name="kusuma tanuku" userId="2df8c705b415d193" providerId="LiveId" clId="{CA0DFD3F-AD1C-4D29-9DDF-4B31026A602D}" dt="2026-10-23T07:58:42.102" v="228" actId="113"/>
        <pc:sldMkLst>
          <pc:docMk/>
          <pc:sldMk cId="3774148063" sldId="260"/>
        </pc:sldMkLst>
        <pc:spChg chg="del mod">
          <ac:chgData name="kusuma tanuku" userId="2df8c705b415d193" providerId="LiveId" clId="{CA0DFD3F-AD1C-4D29-9DDF-4B31026A602D}" dt="2026-10-23T07:57:55.315" v="219"/>
          <ac:spMkLst>
            <pc:docMk/>
            <pc:sldMk cId="3774148063" sldId="260"/>
            <ac:spMk id="8" creationId="{3F891D61-E232-89F7-75CA-06C55AB9781D}"/>
          </ac:spMkLst>
        </pc:spChg>
        <pc:spChg chg="mod">
          <ac:chgData name="kusuma tanuku" userId="2df8c705b415d193" providerId="LiveId" clId="{CA0DFD3F-AD1C-4D29-9DDF-4B31026A602D}" dt="2026-10-23T07:57:35.986" v="215"/>
          <ac:spMkLst>
            <pc:docMk/>
            <pc:sldMk cId="3774148063" sldId="260"/>
            <ac:spMk id="11" creationId="{DFCADD99-39B8-E705-49A4-2F980D13BFCD}"/>
          </ac:spMkLst>
        </pc:spChg>
        <pc:graphicFrameChg chg="add mod modGraphic">
          <ac:chgData name="kusuma tanuku" userId="2df8c705b415d193" providerId="LiveId" clId="{CA0DFD3F-AD1C-4D29-9DDF-4B31026A602D}" dt="2026-10-23T07:58:42.102" v="228" actId="113"/>
          <ac:graphicFrameMkLst>
            <pc:docMk/>
            <pc:sldMk cId="3774148063" sldId="260"/>
            <ac:graphicFrameMk id="7" creationId="{B5D5AC5D-4FE4-1BB8-9F44-5440900DC67A}"/>
          </ac:graphicFrameMkLst>
        </pc:graphicFrameChg>
      </pc:sldChg>
      <pc:sldChg chg="addSp delSp modSp add mod ord">
        <pc:chgData name="kusuma tanuku" userId="2df8c705b415d193" providerId="LiveId" clId="{CA0DFD3F-AD1C-4D29-9DDF-4B31026A602D}" dt="2026-10-23T08:08:51.138" v="386" actId="14100"/>
        <pc:sldMkLst>
          <pc:docMk/>
          <pc:sldMk cId="3870974222" sldId="261"/>
        </pc:sldMkLst>
        <pc:spChg chg="del mod">
          <ac:chgData name="kusuma tanuku" userId="2df8c705b415d193" providerId="LiveId" clId="{CA0DFD3F-AD1C-4D29-9DDF-4B31026A602D}" dt="2026-10-23T08:06:30.158" v="357"/>
          <ac:spMkLst>
            <pc:docMk/>
            <pc:sldMk cId="3870974222" sldId="261"/>
            <ac:spMk id="8" creationId="{BD1EF63F-A7E9-33C1-B1E8-E25B885D196C}"/>
          </ac:spMkLst>
        </pc:spChg>
        <pc:spChg chg="add">
          <ac:chgData name="kusuma tanuku" userId="2df8c705b415d193" providerId="LiveId" clId="{CA0DFD3F-AD1C-4D29-9DDF-4B31026A602D}" dt="2026-10-23T08:06:10.952" v="353"/>
          <ac:spMkLst>
            <pc:docMk/>
            <pc:sldMk cId="3870974222" sldId="261"/>
            <ac:spMk id="10" creationId="{19F74993-F862-1A32-6B82-942708D3A383}"/>
          </ac:spMkLst>
        </pc:spChg>
        <pc:spChg chg="mod">
          <ac:chgData name="kusuma tanuku" userId="2df8c705b415d193" providerId="LiveId" clId="{CA0DFD3F-AD1C-4D29-9DDF-4B31026A602D}" dt="2026-10-23T08:05:48.552" v="350" actId="404"/>
          <ac:spMkLst>
            <pc:docMk/>
            <pc:sldMk cId="3870974222" sldId="261"/>
            <ac:spMk id="11" creationId="{714719A7-24AD-5587-8652-84933432051C}"/>
          </ac:spMkLst>
        </pc:spChg>
        <pc:spChg chg="add mod">
          <ac:chgData name="kusuma tanuku" userId="2df8c705b415d193" providerId="LiveId" clId="{CA0DFD3F-AD1C-4D29-9DDF-4B31026A602D}" dt="2026-10-23T08:07:50.239" v="379" actId="5793"/>
          <ac:spMkLst>
            <pc:docMk/>
            <pc:sldMk cId="3870974222" sldId="261"/>
            <ac:spMk id="13" creationId="{74AA1D18-E89D-17E6-D480-13B88E0029E0}"/>
          </ac:spMkLst>
        </pc:spChg>
        <pc:graphicFrameChg chg="add del mod modGraphic">
          <ac:chgData name="kusuma tanuku" userId="2df8c705b415d193" providerId="LiveId" clId="{CA0DFD3F-AD1C-4D29-9DDF-4B31026A602D}" dt="2026-10-23T08:07:10.438" v="366" actId="478"/>
          <ac:graphicFrameMkLst>
            <pc:docMk/>
            <pc:sldMk cId="3870974222" sldId="261"/>
            <ac:graphicFrameMk id="7" creationId="{F91E6695-F48C-F6BD-DC18-500440E5DBB3}"/>
          </ac:graphicFrameMkLst>
        </pc:graphicFrameChg>
        <pc:picChg chg="add mod">
          <ac:chgData name="kusuma tanuku" userId="2df8c705b415d193" providerId="LiveId" clId="{CA0DFD3F-AD1C-4D29-9DDF-4B31026A602D}" dt="2026-10-23T08:08:51.138" v="386" actId="14100"/>
          <ac:picMkLst>
            <pc:docMk/>
            <pc:sldMk cId="3870974222" sldId="261"/>
            <ac:picMk id="15" creationId="{476E1BD3-29FE-A04B-3BE6-D0A53264AF46}"/>
          </ac:picMkLst>
        </pc:picChg>
      </pc:sldChg>
      <pc:sldChg chg="add del">
        <pc:chgData name="kusuma tanuku" userId="2df8c705b415d193" providerId="LiveId" clId="{CA0DFD3F-AD1C-4D29-9DDF-4B31026A602D}" dt="2026-10-23T08:00:29.099" v="242" actId="47"/>
        <pc:sldMkLst>
          <pc:docMk/>
          <pc:sldMk cId="1017473924" sldId="262"/>
        </pc:sldMkLst>
      </pc:sldChg>
      <pc:sldChg chg="addSp delSp modSp add mod">
        <pc:chgData name="kusuma tanuku" userId="2df8c705b415d193" providerId="LiveId" clId="{CA0DFD3F-AD1C-4D29-9DDF-4B31026A602D}" dt="2026-10-23T08:04:39.567" v="337" actId="113"/>
        <pc:sldMkLst>
          <pc:docMk/>
          <pc:sldMk cId="1055567330" sldId="263"/>
        </pc:sldMkLst>
        <pc:spChg chg="add del mod">
          <ac:chgData name="kusuma tanuku" userId="2df8c705b415d193" providerId="LiveId" clId="{CA0DFD3F-AD1C-4D29-9DDF-4B31026A602D}" dt="2026-10-23T08:04:39.567" v="337" actId="113"/>
          <ac:spMkLst>
            <pc:docMk/>
            <pc:sldMk cId="1055567330" sldId="263"/>
            <ac:spMk id="8" creationId="{1CF77F3E-A7F9-7800-6632-B38358383B5A}"/>
          </ac:spMkLst>
        </pc:spChg>
        <pc:spChg chg="mod">
          <ac:chgData name="kusuma tanuku" userId="2df8c705b415d193" providerId="LiveId" clId="{CA0DFD3F-AD1C-4D29-9DDF-4B31026A602D}" dt="2026-10-23T08:00:15.031" v="241"/>
          <ac:spMkLst>
            <pc:docMk/>
            <pc:sldMk cId="1055567330" sldId="263"/>
            <ac:spMk id="11" creationId="{38786395-3149-C84B-6FE6-249573635911}"/>
          </ac:spMkLst>
        </pc:spChg>
        <pc:picChg chg="mod">
          <ac:chgData name="kusuma tanuku" userId="2df8c705b415d193" providerId="LiveId" clId="{CA0DFD3F-AD1C-4D29-9DDF-4B31026A602D}" dt="2026-10-23T08:02:49.219" v="308" actId="1076"/>
          <ac:picMkLst>
            <pc:docMk/>
            <pc:sldMk cId="1055567330" sldId="263"/>
            <ac:picMk id="7" creationId="{46A81B39-4044-A036-58E4-0D6F76C59A80}"/>
          </ac:picMkLst>
        </pc:picChg>
        <pc:picChg chg="mod">
          <ac:chgData name="kusuma tanuku" userId="2df8c705b415d193" providerId="LiveId" clId="{CA0DFD3F-AD1C-4D29-9DDF-4B31026A602D}" dt="2026-10-23T08:03:24.829" v="317" actId="1076"/>
          <ac:picMkLst>
            <pc:docMk/>
            <pc:sldMk cId="1055567330" sldId="263"/>
            <ac:picMk id="9" creationId="{3979BFFA-AD8E-7560-1990-AFAB97113DB4}"/>
          </ac:picMkLst>
        </pc:picChg>
        <pc:picChg chg="mod">
          <ac:chgData name="kusuma tanuku" userId="2df8c705b415d193" providerId="LiveId" clId="{CA0DFD3F-AD1C-4D29-9DDF-4B31026A602D}" dt="2026-10-23T08:03:31.597" v="319" actId="1076"/>
          <ac:picMkLst>
            <pc:docMk/>
            <pc:sldMk cId="1055567330" sldId="263"/>
            <ac:picMk id="10" creationId="{A5881BFF-4202-FD69-A681-E18967E4B789}"/>
          </ac:picMkLst>
        </pc:picChg>
        <pc:picChg chg="mod">
          <ac:chgData name="kusuma tanuku" userId="2df8c705b415d193" providerId="LiveId" clId="{CA0DFD3F-AD1C-4D29-9DDF-4B31026A602D}" dt="2026-10-23T08:04:23.431" v="333" actId="1076"/>
          <ac:picMkLst>
            <pc:docMk/>
            <pc:sldMk cId="1055567330" sldId="263"/>
            <ac:picMk id="12" creationId="{4575587F-D2F5-8203-B86D-6EB4B81BBC29}"/>
          </ac:picMkLst>
        </pc:picChg>
      </pc:sldChg>
      <pc:sldChg chg="addSp delSp modSp add mod">
        <pc:chgData name="kusuma tanuku" userId="2df8c705b415d193" providerId="LiveId" clId="{CA0DFD3F-AD1C-4D29-9DDF-4B31026A602D}" dt="2026-10-23T08:10:12.070" v="406"/>
        <pc:sldMkLst>
          <pc:docMk/>
          <pc:sldMk cId="221888029" sldId="264"/>
        </pc:sldMkLst>
        <pc:spChg chg="del mod">
          <ac:chgData name="kusuma tanuku" userId="2df8c705b415d193" providerId="LiveId" clId="{CA0DFD3F-AD1C-4D29-9DDF-4B31026A602D}" dt="2026-10-23T08:10:12.070" v="406"/>
          <ac:spMkLst>
            <pc:docMk/>
            <pc:sldMk cId="221888029" sldId="264"/>
            <ac:spMk id="8" creationId="{77A45008-EEDF-B498-2317-22100E0461FF}"/>
          </ac:spMkLst>
        </pc:spChg>
        <pc:spChg chg="mod">
          <ac:chgData name="kusuma tanuku" userId="2df8c705b415d193" providerId="LiveId" clId="{CA0DFD3F-AD1C-4D29-9DDF-4B31026A602D}" dt="2026-10-23T08:09:16.875" v="395"/>
          <ac:spMkLst>
            <pc:docMk/>
            <pc:sldMk cId="221888029" sldId="264"/>
            <ac:spMk id="11" creationId="{86F51735-2D2F-1E23-A175-67B88E29E468}"/>
          </ac:spMkLst>
        </pc:spChg>
        <pc:picChg chg="add mod">
          <ac:chgData name="kusuma tanuku" userId="2df8c705b415d193" providerId="LiveId" clId="{CA0DFD3F-AD1C-4D29-9DDF-4B31026A602D}" dt="2026-10-23T08:10:10.564" v="404" actId="1076"/>
          <ac:picMkLst>
            <pc:docMk/>
            <pc:sldMk cId="221888029" sldId="264"/>
            <ac:picMk id="9" creationId="{4F0E60C4-0AB4-75F0-1FAB-781A35AF63DA}"/>
          </ac:picMkLst>
        </pc:picChg>
      </pc:sldChg>
      <pc:sldChg chg="modSp add mod">
        <pc:chgData name="kusuma tanuku" userId="2df8c705b415d193" providerId="LiveId" clId="{CA0DFD3F-AD1C-4D29-9DDF-4B31026A602D}" dt="2026-10-23T08:13:37.026" v="429" actId="1076"/>
        <pc:sldMkLst>
          <pc:docMk/>
          <pc:sldMk cId="1216775484" sldId="265"/>
        </pc:sldMkLst>
        <pc:spChg chg="mod">
          <ac:chgData name="kusuma tanuku" userId="2df8c705b415d193" providerId="LiveId" clId="{CA0DFD3F-AD1C-4D29-9DDF-4B31026A602D}" dt="2026-10-23T08:13:37.026" v="429" actId="1076"/>
          <ac:spMkLst>
            <pc:docMk/>
            <pc:sldMk cId="1216775484" sldId="265"/>
            <ac:spMk id="8" creationId="{85A76B03-BDE8-EE1F-AD14-0E2A1D8553B1}"/>
          </ac:spMkLst>
        </pc:spChg>
        <pc:spChg chg="mod">
          <ac:chgData name="kusuma tanuku" userId="2df8c705b415d193" providerId="LiveId" clId="{CA0DFD3F-AD1C-4D29-9DDF-4B31026A602D}" dt="2026-10-23T08:10:57.500" v="416"/>
          <ac:spMkLst>
            <pc:docMk/>
            <pc:sldMk cId="1216775484" sldId="265"/>
            <ac:spMk id="11" creationId="{9E137C7F-C07F-00CB-7994-AFAF8C7CDFE2}"/>
          </ac:spMkLst>
        </pc:spChg>
      </pc:sldChg>
      <pc:sldChg chg="addSp delSp modSp add del mod">
        <pc:chgData name="kusuma tanuku" userId="2df8c705b415d193" providerId="LiveId" clId="{CA0DFD3F-AD1C-4D29-9DDF-4B31026A602D}" dt="2026-10-23T08:21:42.864" v="480" actId="1076"/>
        <pc:sldMkLst>
          <pc:docMk/>
          <pc:sldMk cId="2164239322" sldId="266"/>
        </pc:sldMkLst>
        <pc:spChg chg="del mod">
          <ac:chgData name="kusuma tanuku" userId="2df8c705b415d193" providerId="LiveId" clId="{CA0DFD3F-AD1C-4D29-9DDF-4B31026A602D}" dt="2026-10-23T08:16:44.865" v="464"/>
          <ac:spMkLst>
            <pc:docMk/>
            <pc:sldMk cId="2164239322" sldId="266"/>
            <ac:spMk id="8" creationId="{61454751-F437-6CAB-F4B5-84CFD965F4FE}"/>
          </ac:spMkLst>
        </pc:spChg>
        <pc:spChg chg="mod">
          <ac:chgData name="kusuma tanuku" userId="2df8c705b415d193" providerId="LiveId" clId="{CA0DFD3F-AD1C-4D29-9DDF-4B31026A602D}" dt="2026-10-23T08:16:37.016" v="461"/>
          <ac:spMkLst>
            <pc:docMk/>
            <pc:sldMk cId="2164239322" sldId="266"/>
            <ac:spMk id="11" creationId="{29DE1F25-15A8-8EAD-CBDC-DD7FA8E6F39D}"/>
          </ac:spMkLst>
        </pc:spChg>
        <pc:picChg chg="add mod">
          <ac:chgData name="kusuma tanuku" userId="2df8c705b415d193" providerId="LiveId" clId="{CA0DFD3F-AD1C-4D29-9DDF-4B31026A602D}" dt="2026-10-23T08:21:42.864" v="480" actId="1076"/>
          <ac:picMkLst>
            <pc:docMk/>
            <pc:sldMk cId="2164239322" sldId="266"/>
            <ac:picMk id="9" creationId="{AB452ED1-79B6-F137-5E4F-06E2B82DE2F2}"/>
          </ac:picMkLst>
        </pc:picChg>
      </pc:sldChg>
      <pc:sldChg chg="modSp add mod">
        <pc:chgData name="kusuma tanuku" userId="2df8c705b415d193" providerId="LiveId" clId="{CA0DFD3F-AD1C-4D29-9DDF-4B31026A602D}" dt="2026-10-23T08:25:56.779" v="534" actId="2711"/>
        <pc:sldMkLst>
          <pc:docMk/>
          <pc:sldMk cId="1355916696" sldId="267"/>
        </pc:sldMkLst>
        <pc:spChg chg="mod">
          <ac:chgData name="kusuma tanuku" userId="2df8c705b415d193" providerId="LiveId" clId="{CA0DFD3F-AD1C-4D29-9DDF-4B31026A602D}" dt="2026-10-23T08:25:56.779" v="534" actId="2711"/>
          <ac:spMkLst>
            <pc:docMk/>
            <pc:sldMk cId="1355916696" sldId="267"/>
            <ac:spMk id="8" creationId="{93424C4E-7E87-5389-BE21-E960069435C3}"/>
          </ac:spMkLst>
        </pc:spChg>
        <pc:spChg chg="mod">
          <ac:chgData name="kusuma tanuku" userId="2df8c705b415d193" providerId="LiveId" clId="{CA0DFD3F-AD1C-4D29-9DDF-4B31026A602D}" dt="2026-10-23T08:25:28.840" v="526"/>
          <ac:spMkLst>
            <pc:docMk/>
            <pc:sldMk cId="1355916696" sldId="267"/>
            <ac:spMk id="11" creationId="{2F6A9732-B638-19F5-19C1-AE4420784E2F}"/>
          </ac:spMkLst>
        </pc:spChg>
      </pc:sldChg>
      <pc:sldChg chg="modSp add mod">
        <pc:chgData name="kusuma tanuku" userId="2df8c705b415d193" providerId="LiveId" clId="{CA0DFD3F-AD1C-4D29-9DDF-4B31026A602D}" dt="2026-10-23T08:14:57.070" v="442" actId="12"/>
        <pc:sldMkLst>
          <pc:docMk/>
          <pc:sldMk cId="3326230092" sldId="268"/>
        </pc:sldMkLst>
        <pc:spChg chg="mod">
          <ac:chgData name="kusuma tanuku" userId="2df8c705b415d193" providerId="LiveId" clId="{CA0DFD3F-AD1C-4D29-9DDF-4B31026A602D}" dt="2026-10-23T08:14:57.070" v="442" actId="12"/>
          <ac:spMkLst>
            <pc:docMk/>
            <pc:sldMk cId="3326230092" sldId="268"/>
            <ac:spMk id="8" creationId="{BF9ED434-189C-36F6-D9AC-0B38171FB831}"/>
          </ac:spMkLst>
        </pc:spChg>
      </pc:sldChg>
      <pc:sldChg chg="addSp modSp add mod">
        <pc:chgData name="kusuma tanuku" userId="2df8c705b415d193" providerId="LiveId" clId="{CA0DFD3F-AD1C-4D29-9DDF-4B31026A602D}" dt="2026-10-23T08:21:29.551" v="475" actId="1076"/>
        <pc:sldMkLst>
          <pc:docMk/>
          <pc:sldMk cId="3180944372" sldId="269"/>
        </pc:sldMkLst>
        <pc:picChg chg="add mod">
          <ac:chgData name="kusuma tanuku" userId="2df8c705b415d193" providerId="LiveId" clId="{CA0DFD3F-AD1C-4D29-9DDF-4B31026A602D}" dt="2026-10-23T08:21:29.551" v="475" actId="1076"/>
          <ac:picMkLst>
            <pc:docMk/>
            <pc:sldMk cId="3180944372" sldId="269"/>
            <ac:picMk id="8" creationId="{7B4516D3-CFDE-5B1E-C9D9-BDD16BE50B44}"/>
          </ac:picMkLst>
        </pc:picChg>
      </pc:sldChg>
      <pc:sldChg chg="addSp modSp add mod">
        <pc:chgData name="kusuma tanuku" userId="2df8c705b415d193" providerId="LiveId" clId="{CA0DFD3F-AD1C-4D29-9DDF-4B31026A602D}" dt="2026-10-23T08:22:33.213" v="490" actId="1076"/>
        <pc:sldMkLst>
          <pc:docMk/>
          <pc:sldMk cId="2962530992" sldId="270"/>
        </pc:sldMkLst>
        <pc:spChg chg="mod">
          <ac:chgData name="kusuma tanuku" userId="2df8c705b415d193" providerId="LiveId" clId="{CA0DFD3F-AD1C-4D29-9DDF-4B31026A602D}" dt="2026-10-23T08:22:33.213" v="490" actId="1076"/>
          <ac:spMkLst>
            <pc:docMk/>
            <pc:sldMk cId="2962530992" sldId="270"/>
            <ac:spMk id="11" creationId="{DC1C1341-BA5B-0F27-0B07-C0AF9B894393}"/>
          </ac:spMkLst>
        </pc:spChg>
        <pc:picChg chg="add mod">
          <ac:chgData name="kusuma tanuku" userId="2df8c705b415d193" providerId="LiveId" clId="{CA0DFD3F-AD1C-4D29-9DDF-4B31026A602D}" dt="2026-10-23T08:22:29.454" v="489" actId="1076"/>
          <ac:picMkLst>
            <pc:docMk/>
            <pc:sldMk cId="2962530992" sldId="270"/>
            <ac:picMk id="8" creationId="{296F706F-C033-37FD-BC4D-7C54EEE4F58F}"/>
          </ac:picMkLst>
        </pc:picChg>
      </pc:sldChg>
      <pc:sldChg chg="add ord">
        <pc:chgData name="kusuma tanuku" userId="2df8c705b415d193" providerId="LiveId" clId="{CA0DFD3F-AD1C-4D29-9DDF-4B31026A602D}" dt="2026-10-23T08:26:09.998" v="536"/>
        <pc:sldMkLst>
          <pc:docMk/>
          <pc:sldMk cId="2333245995" sldId="271"/>
        </pc:sldMkLst>
      </pc:sldChg>
      <pc:sldChg chg="add del">
        <pc:chgData name="kusuma tanuku" userId="2df8c705b415d193" providerId="LiveId" clId="{CA0DFD3F-AD1C-4D29-9DDF-4B31026A602D}" dt="2026-10-23T08:23:48.316" v="507"/>
        <pc:sldMkLst>
          <pc:docMk/>
          <pc:sldMk cId="1711480262" sldId="272"/>
        </pc:sldMkLst>
      </pc:sldChg>
      <pc:sldChg chg="addSp delSp modSp add mod">
        <pc:chgData name="kusuma tanuku" userId="2df8c705b415d193" providerId="LiveId" clId="{CA0DFD3F-AD1C-4D29-9DDF-4B31026A602D}" dt="2026-10-23T08:27:46.997" v="647" actId="1076"/>
        <pc:sldMkLst>
          <pc:docMk/>
          <pc:sldMk cId="1759323644" sldId="272"/>
        </pc:sldMkLst>
        <pc:spChg chg="mod">
          <ac:chgData name="kusuma tanuku" userId="2df8c705b415d193" providerId="LiveId" clId="{CA0DFD3F-AD1C-4D29-9DDF-4B31026A602D}" dt="2026-10-23T08:27:46.997" v="647" actId="1076"/>
          <ac:spMkLst>
            <pc:docMk/>
            <pc:sldMk cId="1759323644" sldId="272"/>
            <ac:spMk id="8" creationId="{B6727E43-552B-C4F8-0FC4-3391B24C6BEA}"/>
          </ac:spMkLst>
        </pc:spChg>
        <pc:spChg chg="add del">
          <ac:chgData name="kusuma tanuku" userId="2df8c705b415d193" providerId="LiveId" clId="{CA0DFD3F-AD1C-4D29-9DDF-4B31026A602D}" dt="2026-10-23T08:27:27.883" v="644" actId="22"/>
          <ac:spMkLst>
            <pc:docMk/>
            <pc:sldMk cId="1759323644" sldId="272"/>
            <ac:spMk id="9" creationId="{8C15CBAF-7189-6872-9691-51AEC587424D}"/>
          </ac:spMkLst>
        </pc:spChg>
        <pc:spChg chg="mod">
          <ac:chgData name="kusuma tanuku" userId="2df8c705b415d193" providerId="LiveId" clId="{CA0DFD3F-AD1C-4D29-9DDF-4B31026A602D}" dt="2026-10-23T08:26:41.276" v="557"/>
          <ac:spMkLst>
            <pc:docMk/>
            <pc:sldMk cId="1759323644" sldId="272"/>
            <ac:spMk id="11" creationId="{2E091A5D-E825-67CE-05F2-BD76E6BA3A59}"/>
          </ac:spMkLst>
        </pc:spChg>
      </pc:sldChg>
      <pc:sldChg chg="addSp delSp modSp add mod">
        <pc:chgData name="kusuma tanuku" userId="2df8c705b415d193" providerId="LiveId" clId="{CA0DFD3F-AD1C-4D29-9DDF-4B31026A602D}" dt="2026-10-23T08:32:12.937" v="767" actId="2711"/>
        <pc:sldMkLst>
          <pc:docMk/>
          <pc:sldMk cId="3786466273" sldId="273"/>
        </pc:sldMkLst>
        <pc:spChg chg="del mod">
          <ac:chgData name="kusuma tanuku" userId="2df8c705b415d193" providerId="LiveId" clId="{CA0DFD3F-AD1C-4D29-9DDF-4B31026A602D}" dt="2026-10-23T08:29:38.573" v="705"/>
          <ac:spMkLst>
            <pc:docMk/>
            <pc:sldMk cId="3786466273" sldId="273"/>
            <ac:spMk id="10" creationId="{D12E4B7E-87A1-33DA-CE13-D62FECBCFBE5}"/>
          </ac:spMkLst>
        </pc:spChg>
        <pc:spChg chg="del mod">
          <ac:chgData name="kusuma tanuku" userId="2df8c705b415d193" providerId="LiveId" clId="{CA0DFD3F-AD1C-4D29-9DDF-4B31026A602D}" dt="2026-10-23T08:31:48.935" v="765"/>
          <ac:spMkLst>
            <pc:docMk/>
            <pc:sldMk cId="3786466273" sldId="273"/>
            <ac:spMk id="11" creationId="{52F2FC23-5316-7CE9-C6D9-2619CEDF7CB6}"/>
          </ac:spMkLst>
        </pc:spChg>
        <pc:spChg chg="add mod">
          <ac:chgData name="kusuma tanuku" userId="2df8c705b415d193" providerId="LiveId" clId="{CA0DFD3F-AD1C-4D29-9DDF-4B31026A602D}" dt="2026-10-23T08:32:12.937" v="767" actId="2711"/>
          <ac:spMkLst>
            <pc:docMk/>
            <pc:sldMk cId="3786466273" sldId="273"/>
            <ac:spMk id="13" creationId="{82DA8FB2-BF17-166C-FC3F-822C3430D0B3}"/>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F213D0D-8318-4129-AD78-8EFEF22E46FF}" type="datetimeFigureOut">
              <a:rPr lang="en-IN" smtClean="0"/>
              <a:t>23-10-2026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415B2A4-A6E4-4E8F-9C5E-4AEAE9B834E9}" type="slidenum">
              <a:rPr lang="en-IN" smtClean="0"/>
              <a:t>‹#›</a:t>
            </a:fld>
            <a:endParaRPr lang="en-IN"/>
          </a:p>
        </p:txBody>
      </p:sp>
    </p:spTree>
    <p:extLst>
      <p:ext uri="{BB962C8B-B14F-4D97-AF65-F5344CB8AC3E}">
        <p14:creationId xmlns:p14="http://schemas.microsoft.com/office/powerpoint/2010/main" val="16391492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415B2A4-A6E4-4E8F-9C5E-4AEAE9B834E9}" type="slidenum">
              <a:rPr lang="en-IN" smtClean="0"/>
              <a:t>3</a:t>
            </a:fld>
            <a:endParaRPr lang="en-IN"/>
          </a:p>
        </p:txBody>
      </p:sp>
    </p:spTree>
    <p:extLst>
      <p:ext uri="{BB962C8B-B14F-4D97-AF65-F5344CB8AC3E}">
        <p14:creationId xmlns:p14="http://schemas.microsoft.com/office/powerpoint/2010/main" val="226120052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EAED30-C6E0-C457-C8EB-6A599532475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A7E3D61C-3994-8BD0-0E76-E7D27D7593E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2A2B7126-8FAF-C38A-379A-033794096C2F}"/>
              </a:ext>
            </a:extLst>
          </p:cNvPr>
          <p:cNvSpPr>
            <a:spLocks noGrp="1"/>
          </p:cNvSpPr>
          <p:nvPr>
            <p:ph type="dt" sz="half" idx="10"/>
          </p:nvPr>
        </p:nvSpPr>
        <p:spPr/>
        <p:txBody>
          <a:bodyPr/>
          <a:lstStyle/>
          <a:p>
            <a:fld id="{1C4BA8B9-A204-478F-AFAE-1B43CF81D8F0}" type="datetimeFigureOut">
              <a:rPr lang="en-IN" smtClean="0"/>
              <a:t>23-10-2026</a:t>
            </a:fld>
            <a:endParaRPr lang="en-IN"/>
          </a:p>
        </p:txBody>
      </p:sp>
      <p:sp>
        <p:nvSpPr>
          <p:cNvPr id="5" name="Footer Placeholder 4">
            <a:extLst>
              <a:ext uri="{FF2B5EF4-FFF2-40B4-BE49-F238E27FC236}">
                <a16:creationId xmlns:a16="http://schemas.microsoft.com/office/drawing/2014/main" id="{2B4DA45D-0C6B-FDD3-FEB0-2B2D54AE76F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992748E-319E-ECE0-3413-1340D9B9C21B}"/>
              </a:ext>
            </a:extLst>
          </p:cNvPr>
          <p:cNvSpPr>
            <a:spLocks noGrp="1"/>
          </p:cNvSpPr>
          <p:nvPr>
            <p:ph type="sldNum" sz="quarter" idx="12"/>
          </p:nvPr>
        </p:nvSpPr>
        <p:spPr/>
        <p:txBody>
          <a:bodyPr/>
          <a:lstStyle/>
          <a:p>
            <a:fld id="{228F9CA8-326C-4739-94FA-B61622EDE330}" type="slidenum">
              <a:rPr lang="en-IN" smtClean="0"/>
              <a:t>‹#›</a:t>
            </a:fld>
            <a:endParaRPr lang="en-IN"/>
          </a:p>
        </p:txBody>
      </p:sp>
    </p:spTree>
    <p:extLst>
      <p:ext uri="{BB962C8B-B14F-4D97-AF65-F5344CB8AC3E}">
        <p14:creationId xmlns:p14="http://schemas.microsoft.com/office/powerpoint/2010/main" val="39796470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5A19CB-ECAC-8D41-8F18-80D5C19C7EC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056D835-B83F-5AE3-E25D-E451A6A1CE5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D4890A4-9AA9-D53D-DDC1-974FC40E9263}"/>
              </a:ext>
            </a:extLst>
          </p:cNvPr>
          <p:cNvSpPr>
            <a:spLocks noGrp="1"/>
          </p:cNvSpPr>
          <p:nvPr>
            <p:ph type="dt" sz="half" idx="10"/>
          </p:nvPr>
        </p:nvSpPr>
        <p:spPr/>
        <p:txBody>
          <a:bodyPr/>
          <a:lstStyle/>
          <a:p>
            <a:fld id="{1C4BA8B9-A204-478F-AFAE-1B43CF81D8F0}" type="datetimeFigureOut">
              <a:rPr lang="en-IN" smtClean="0"/>
              <a:t>23-10-2026</a:t>
            </a:fld>
            <a:endParaRPr lang="en-IN"/>
          </a:p>
        </p:txBody>
      </p:sp>
      <p:sp>
        <p:nvSpPr>
          <p:cNvPr id="5" name="Footer Placeholder 4">
            <a:extLst>
              <a:ext uri="{FF2B5EF4-FFF2-40B4-BE49-F238E27FC236}">
                <a16:creationId xmlns:a16="http://schemas.microsoft.com/office/drawing/2014/main" id="{02EDCC76-5180-0C19-273B-5ED1DE0C07F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C4934AA-5A10-DB25-BCD0-6759E788C060}"/>
              </a:ext>
            </a:extLst>
          </p:cNvPr>
          <p:cNvSpPr>
            <a:spLocks noGrp="1"/>
          </p:cNvSpPr>
          <p:nvPr>
            <p:ph type="sldNum" sz="quarter" idx="12"/>
          </p:nvPr>
        </p:nvSpPr>
        <p:spPr/>
        <p:txBody>
          <a:bodyPr/>
          <a:lstStyle/>
          <a:p>
            <a:fld id="{228F9CA8-326C-4739-94FA-B61622EDE330}" type="slidenum">
              <a:rPr lang="en-IN" smtClean="0"/>
              <a:t>‹#›</a:t>
            </a:fld>
            <a:endParaRPr lang="en-IN"/>
          </a:p>
        </p:txBody>
      </p:sp>
    </p:spTree>
    <p:extLst>
      <p:ext uri="{BB962C8B-B14F-4D97-AF65-F5344CB8AC3E}">
        <p14:creationId xmlns:p14="http://schemas.microsoft.com/office/powerpoint/2010/main" val="32392417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938B8C-8995-5753-FDF5-6ECF0EADEB7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F59A5D22-34B8-952C-4C09-4FFD7830383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E24C96D-E418-B636-7A2E-6CA67DBEDEE6}"/>
              </a:ext>
            </a:extLst>
          </p:cNvPr>
          <p:cNvSpPr>
            <a:spLocks noGrp="1"/>
          </p:cNvSpPr>
          <p:nvPr>
            <p:ph type="dt" sz="half" idx="10"/>
          </p:nvPr>
        </p:nvSpPr>
        <p:spPr/>
        <p:txBody>
          <a:bodyPr/>
          <a:lstStyle/>
          <a:p>
            <a:fld id="{1C4BA8B9-A204-478F-AFAE-1B43CF81D8F0}" type="datetimeFigureOut">
              <a:rPr lang="en-IN" smtClean="0"/>
              <a:t>23-10-2026</a:t>
            </a:fld>
            <a:endParaRPr lang="en-IN"/>
          </a:p>
        </p:txBody>
      </p:sp>
      <p:sp>
        <p:nvSpPr>
          <p:cNvPr id="5" name="Footer Placeholder 4">
            <a:extLst>
              <a:ext uri="{FF2B5EF4-FFF2-40B4-BE49-F238E27FC236}">
                <a16:creationId xmlns:a16="http://schemas.microsoft.com/office/drawing/2014/main" id="{0AFC2EBC-A9BF-0D6B-9A75-2B7412FE38A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0885BE5-67FF-D010-5157-FA50BE3ACACB}"/>
              </a:ext>
            </a:extLst>
          </p:cNvPr>
          <p:cNvSpPr>
            <a:spLocks noGrp="1"/>
          </p:cNvSpPr>
          <p:nvPr>
            <p:ph type="sldNum" sz="quarter" idx="12"/>
          </p:nvPr>
        </p:nvSpPr>
        <p:spPr/>
        <p:txBody>
          <a:bodyPr/>
          <a:lstStyle/>
          <a:p>
            <a:fld id="{228F9CA8-326C-4739-94FA-B61622EDE330}" type="slidenum">
              <a:rPr lang="en-IN" smtClean="0"/>
              <a:t>‹#›</a:t>
            </a:fld>
            <a:endParaRPr lang="en-IN"/>
          </a:p>
        </p:txBody>
      </p:sp>
    </p:spTree>
    <p:extLst>
      <p:ext uri="{BB962C8B-B14F-4D97-AF65-F5344CB8AC3E}">
        <p14:creationId xmlns:p14="http://schemas.microsoft.com/office/powerpoint/2010/main" val="42675255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9F2155-9A09-7B3D-C6F6-00CC7DD3D7C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383CF30-C1C2-C7AE-30AF-02726480CF0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2F7ABB62-8A69-5370-ACB7-A53DADE94FF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1DC746A7-5845-CE95-C856-87391C0CBFF4}"/>
              </a:ext>
            </a:extLst>
          </p:cNvPr>
          <p:cNvSpPr>
            <a:spLocks noGrp="1"/>
          </p:cNvSpPr>
          <p:nvPr>
            <p:ph type="dt" sz="half" idx="10"/>
          </p:nvPr>
        </p:nvSpPr>
        <p:spPr/>
        <p:txBody>
          <a:bodyPr/>
          <a:lstStyle/>
          <a:p>
            <a:fld id="{1C4BA8B9-A204-478F-AFAE-1B43CF81D8F0}" type="datetimeFigureOut">
              <a:rPr lang="en-IN" smtClean="0"/>
              <a:t>23-10-2026</a:t>
            </a:fld>
            <a:endParaRPr lang="en-IN"/>
          </a:p>
        </p:txBody>
      </p:sp>
      <p:sp>
        <p:nvSpPr>
          <p:cNvPr id="6" name="Footer Placeholder 5">
            <a:extLst>
              <a:ext uri="{FF2B5EF4-FFF2-40B4-BE49-F238E27FC236}">
                <a16:creationId xmlns:a16="http://schemas.microsoft.com/office/drawing/2014/main" id="{EA9458AA-6D05-01C3-50AF-0E3BF88DB5B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84BCFA6-0D75-E228-6026-64ED9EF0945B}"/>
              </a:ext>
            </a:extLst>
          </p:cNvPr>
          <p:cNvSpPr>
            <a:spLocks noGrp="1"/>
          </p:cNvSpPr>
          <p:nvPr>
            <p:ph type="sldNum" sz="quarter" idx="12"/>
          </p:nvPr>
        </p:nvSpPr>
        <p:spPr/>
        <p:txBody>
          <a:bodyPr/>
          <a:lstStyle/>
          <a:p>
            <a:fld id="{228F9CA8-326C-4739-94FA-B61622EDE330}" type="slidenum">
              <a:rPr lang="en-IN" smtClean="0"/>
              <a:t>‹#›</a:t>
            </a:fld>
            <a:endParaRPr lang="en-IN"/>
          </a:p>
        </p:txBody>
      </p:sp>
    </p:spTree>
    <p:extLst>
      <p:ext uri="{BB962C8B-B14F-4D97-AF65-F5344CB8AC3E}">
        <p14:creationId xmlns:p14="http://schemas.microsoft.com/office/powerpoint/2010/main" val="20836104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685605-8CB3-71A7-4381-9367409B6B2A}"/>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6BC441C-2F31-3A3C-6E15-3410F030085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0CBE568-6920-D751-C422-AEF75411ADE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7A7D7FDF-A26B-12D6-F1C1-61FBC695CBD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E93394C-1972-1B23-4AB9-2C4AE348D0E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2020207C-AC22-C7F6-C832-51E521651B04}"/>
              </a:ext>
            </a:extLst>
          </p:cNvPr>
          <p:cNvSpPr>
            <a:spLocks noGrp="1"/>
          </p:cNvSpPr>
          <p:nvPr>
            <p:ph type="dt" sz="half" idx="10"/>
          </p:nvPr>
        </p:nvSpPr>
        <p:spPr/>
        <p:txBody>
          <a:bodyPr/>
          <a:lstStyle/>
          <a:p>
            <a:fld id="{1C4BA8B9-A204-478F-AFAE-1B43CF81D8F0}" type="datetimeFigureOut">
              <a:rPr lang="en-IN" smtClean="0"/>
              <a:t>23-10-2026</a:t>
            </a:fld>
            <a:endParaRPr lang="en-IN"/>
          </a:p>
        </p:txBody>
      </p:sp>
      <p:sp>
        <p:nvSpPr>
          <p:cNvPr id="8" name="Footer Placeholder 7">
            <a:extLst>
              <a:ext uri="{FF2B5EF4-FFF2-40B4-BE49-F238E27FC236}">
                <a16:creationId xmlns:a16="http://schemas.microsoft.com/office/drawing/2014/main" id="{6FDE8DC4-B895-DD4F-5B1B-8C8FCF0B6B39}"/>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C13916DE-0066-DD08-DB93-C0B11C283012}"/>
              </a:ext>
            </a:extLst>
          </p:cNvPr>
          <p:cNvSpPr>
            <a:spLocks noGrp="1"/>
          </p:cNvSpPr>
          <p:nvPr>
            <p:ph type="sldNum" sz="quarter" idx="12"/>
          </p:nvPr>
        </p:nvSpPr>
        <p:spPr/>
        <p:txBody>
          <a:bodyPr/>
          <a:lstStyle/>
          <a:p>
            <a:fld id="{228F9CA8-326C-4739-94FA-B61622EDE330}" type="slidenum">
              <a:rPr lang="en-IN" smtClean="0"/>
              <a:t>‹#›</a:t>
            </a:fld>
            <a:endParaRPr lang="en-IN"/>
          </a:p>
        </p:txBody>
      </p:sp>
    </p:spTree>
    <p:extLst>
      <p:ext uri="{BB962C8B-B14F-4D97-AF65-F5344CB8AC3E}">
        <p14:creationId xmlns:p14="http://schemas.microsoft.com/office/powerpoint/2010/main" val="36890562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30B6C1-ED55-6562-890D-791C421BC820}"/>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A69D57CE-0CD2-4AE9-B2E1-40D2A1895988}"/>
              </a:ext>
            </a:extLst>
          </p:cNvPr>
          <p:cNvSpPr>
            <a:spLocks noGrp="1"/>
          </p:cNvSpPr>
          <p:nvPr>
            <p:ph type="dt" sz="half" idx="10"/>
          </p:nvPr>
        </p:nvSpPr>
        <p:spPr/>
        <p:txBody>
          <a:bodyPr/>
          <a:lstStyle/>
          <a:p>
            <a:fld id="{1C4BA8B9-A204-478F-AFAE-1B43CF81D8F0}" type="datetimeFigureOut">
              <a:rPr lang="en-IN" smtClean="0"/>
              <a:t>23-10-2026</a:t>
            </a:fld>
            <a:endParaRPr lang="en-IN"/>
          </a:p>
        </p:txBody>
      </p:sp>
      <p:sp>
        <p:nvSpPr>
          <p:cNvPr id="4" name="Footer Placeholder 3">
            <a:extLst>
              <a:ext uri="{FF2B5EF4-FFF2-40B4-BE49-F238E27FC236}">
                <a16:creationId xmlns:a16="http://schemas.microsoft.com/office/drawing/2014/main" id="{83EA67B6-61D3-5780-ACD1-131F047B66BB}"/>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51FE5E89-AF24-CE1D-1CAC-5DAA1AFA0C86}"/>
              </a:ext>
            </a:extLst>
          </p:cNvPr>
          <p:cNvSpPr>
            <a:spLocks noGrp="1"/>
          </p:cNvSpPr>
          <p:nvPr>
            <p:ph type="sldNum" sz="quarter" idx="12"/>
          </p:nvPr>
        </p:nvSpPr>
        <p:spPr/>
        <p:txBody>
          <a:bodyPr/>
          <a:lstStyle/>
          <a:p>
            <a:fld id="{228F9CA8-326C-4739-94FA-B61622EDE330}" type="slidenum">
              <a:rPr lang="en-IN" smtClean="0"/>
              <a:t>‹#›</a:t>
            </a:fld>
            <a:endParaRPr lang="en-IN"/>
          </a:p>
        </p:txBody>
      </p:sp>
    </p:spTree>
    <p:extLst>
      <p:ext uri="{BB962C8B-B14F-4D97-AF65-F5344CB8AC3E}">
        <p14:creationId xmlns:p14="http://schemas.microsoft.com/office/powerpoint/2010/main" val="28206199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662D93D-D07C-91CE-9E0D-4A17766995DC}"/>
              </a:ext>
            </a:extLst>
          </p:cNvPr>
          <p:cNvSpPr>
            <a:spLocks noGrp="1"/>
          </p:cNvSpPr>
          <p:nvPr>
            <p:ph type="dt" sz="half" idx="10"/>
          </p:nvPr>
        </p:nvSpPr>
        <p:spPr/>
        <p:txBody>
          <a:bodyPr/>
          <a:lstStyle/>
          <a:p>
            <a:fld id="{1C4BA8B9-A204-478F-AFAE-1B43CF81D8F0}" type="datetimeFigureOut">
              <a:rPr lang="en-IN" smtClean="0"/>
              <a:t>23-10-2026</a:t>
            </a:fld>
            <a:endParaRPr lang="en-IN"/>
          </a:p>
        </p:txBody>
      </p:sp>
      <p:sp>
        <p:nvSpPr>
          <p:cNvPr id="3" name="Footer Placeholder 2">
            <a:extLst>
              <a:ext uri="{FF2B5EF4-FFF2-40B4-BE49-F238E27FC236}">
                <a16:creationId xmlns:a16="http://schemas.microsoft.com/office/drawing/2014/main" id="{C8E59C88-857C-8189-5786-1AD2353FC438}"/>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FCEFA2D0-3E04-AD6C-D8A0-2104E66594E2}"/>
              </a:ext>
            </a:extLst>
          </p:cNvPr>
          <p:cNvSpPr>
            <a:spLocks noGrp="1"/>
          </p:cNvSpPr>
          <p:nvPr>
            <p:ph type="sldNum" sz="quarter" idx="12"/>
          </p:nvPr>
        </p:nvSpPr>
        <p:spPr/>
        <p:txBody>
          <a:bodyPr/>
          <a:lstStyle/>
          <a:p>
            <a:fld id="{228F9CA8-326C-4739-94FA-B61622EDE330}" type="slidenum">
              <a:rPr lang="en-IN" smtClean="0"/>
              <a:t>‹#›</a:t>
            </a:fld>
            <a:endParaRPr lang="en-IN"/>
          </a:p>
        </p:txBody>
      </p:sp>
    </p:spTree>
    <p:extLst>
      <p:ext uri="{BB962C8B-B14F-4D97-AF65-F5344CB8AC3E}">
        <p14:creationId xmlns:p14="http://schemas.microsoft.com/office/powerpoint/2010/main" val="41379874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2E1EFE-E7F6-CF43-EDF1-ACEB63D5545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4D5BF1B9-64A1-22E6-8B4B-FCA806C2016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7BE9E6A9-4958-3BDA-CA42-9ACD6B460D8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5898005-7B24-7B22-5BBE-D4FB7A76F2F8}"/>
              </a:ext>
            </a:extLst>
          </p:cNvPr>
          <p:cNvSpPr>
            <a:spLocks noGrp="1"/>
          </p:cNvSpPr>
          <p:nvPr>
            <p:ph type="dt" sz="half" idx="10"/>
          </p:nvPr>
        </p:nvSpPr>
        <p:spPr/>
        <p:txBody>
          <a:bodyPr/>
          <a:lstStyle/>
          <a:p>
            <a:fld id="{1C4BA8B9-A204-478F-AFAE-1B43CF81D8F0}" type="datetimeFigureOut">
              <a:rPr lang="en-IN" smtClean="0"/>
              <a:t>23-10-2026</a:t>
            </a:fld>
            <a:endParaRPr lang="en-IN"/>
          </a:p>
        </p:txBody>
      </p:sp>
      <p:sp>
        <p:nvSpPr>
          <p:cNvPr id="6" name="Footer Placeholder 5">
            <a:extLst>
              <a:ext uri="{FF2B5EF4-FFF2-40B4-BE49-F238E27FC236}">
                <a16:creationId xmlns:a16="http://schemas.microsoft.com/office/drawing/2014/main" id="{F76F7728-42DC-D5E8-2453-4C4292B9D0F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67F9E8B-17D7-417C-DF2A-DB7E4A92D4C6}"/>
              </a:ext>
            </a:extLst>
          </p:cNvPr>
          <p:cNvSpPr>
            <a:spLocks noGrp="1"/>
          </p:cNvSpPr>
          <p:nvPr>
            <p:ph type="sldNum" sz="quarter" idx="12"/>
          </p:nvPr>
        </p:nvSpPr>
        <p:spPr/>
        <p:txBody>
          <a:bodyPr/>
          <a:lstStyle/>
          <a:p>
            <a:fld id="{228F9CA8-326C-4739-94FA-B61622EDE330}" type="slidenum">
              <a:rPr lang="en-IN" smtClean="0"/>
              <a:t>‹#›</a:t>
            </a:fld>
            <a:endParaRPr lang="en-IN"/>
          </a:p>
        </p:txBody>
      </p:sp>
    </p:spTree>
    <p:extLst>
      <p:ext uri="{BB962C8B-B14F-4D97-AF65-F5344CB8AC3E}">
        <p14:creationId xmlns:p14="http://schemas.microsoft.com/office/powerpoint/2010/main" val="37497463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A479FC-6796-05EA-E47C-618DD2ECF04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AA4AA330-A266-4210-655F-B5862C498F0B}"/>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83817058-28FF-7ECB-6987-1DDF2641DE2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6C6C308-12B9-1233-9DF2-4A2972492E93}"/>
              </a:ext>
            </a:extLst>
          </p:cNvPr>
          <p:cNvSpPr>
            <a:spLocks noGrp="1"/>
          </p:cNvSpPr>
          <p:nvPr>
            <p:ph type="dt" sz="half" idx="10"/>
          </p:nvPr>
        </p:nvSpPr>
        <p:spPr/>
        <p:txBody>
          <a:bodyPr/>
          <a:lstStyle/>
          <a:p>
            <a:fld id="{1C4BA8B9-A204-478F-AFAE-1B43CF81D8F0}" type="datetimeFigureOut">
              <a:rPr lang="en-IN" smtClean="0"/>
              <a:t>23-10-2026</a:t>
            </a:fld>
            <a:endParaRPr lang="en-IN"/>
          </a:p>
        </p:txBody>
      </p:sp>
      <p:sp>
        <p:nvSpPr>
          <p:cNvPr id="6" name="Footer Placeholder 5">
            <a:extLst>
              <a:ext uri="{FF2B5EF4-FFF2-40B4-BE49-F238E27FC236}">
                <a16:creationId xmlns:a16="http://schemas.microsoft.com/office/drawing/2014/main" id="{188F00E0-BE83-03F1-EB70-D60333089A6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6CA7C89-B389-014A-2D52-6114AEDC3FD0}"/>
              </a:ext>
            </a:extLst>
          </p:cNvPr>
          <p:cNvSpPr>
            <a:spLocks noGrp="1"/>
          </p:cNvSpPr>
          <p:nvPr>
            <p:ph type="sldNum" sz="quarter" idx="12"/>
          </p:nvPr>
        </p:nvSpPr>
        <p:spPr/>
        <p:txBody>
          <a:bodyPr/>
          <a:lstStyle/>
          <a:p>
            <a:fld id="{228F9CA8-326C-4739-94FA-B61622EDE330}" type="slidenum">
              <a:rPr lang="en-IN" smtClean="0"/>
              <a:t>‹#›</a:t>
            </a:fld>
            <a:endParaRPr lang="en-IN"/>
          </a:p>
        </p:txBody>
      </p:sp>
    </p:spTree>
    <p:extLst>
      <p:ext uri="{BB962C8B-B14F-4D97-AF65-F5344CB8AC3E}">
        <p14:creationId xmlns:p14="http://schemas.microsoft.com/office/powerpoint/2010/main" val="20577131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640F03-1467-BD04-A468-C8C1DDBC2A95}"/>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96B37DA-E38E-93DF-FD7F-3E5BF0F0BC6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463D07A-3718-7ACE-80A8-67ED4D71188C}"/>
              </a:ext>
            </a:extLst>
          </p:cNvPr>
          <p:cNvSpPr>
            <a:spLocks noGrp="1"/>
          </p:cNvSpPr>
          <p:nvPr>
            <p:ph type="dt" sz="half" idx="10"/>
          </p:nvPr>
        </p:nvSpPr>
        <p:spPr/>
        <p:txBody>
          <a:bodyPr/>
          <a:lstStyle/>
          <a:p>
            <a:fld id="{1C4BA8B9-A204-478F-AFAE-1B43CF81D8F0}" type="datetimeFigureOut">
              <a:rPr lang="en-IN" smtClean="0"/>
              <a:t>23-10-2026</a:t>
            </a:fld>
            <a:endParaRPr lang="en-IN"/>
          </a:p>
        </p:txBody>
      </p:sp>
      <p:sp>
        <p:nvSpPr>
          <p:cNvPr id="5" name="Footer Placeholder 4">
            <a:extLst>
              <a:ext uri="{FF2B5EF4-FFF2-40B4-BE49-F238E27FC236}">
                <a16:creationId xmlns:a16="http://schemas.microsoft.com/office/drawing/2014/main" id="{165B6DB6-5D6D-78AE-3776-305A047F30F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0189D7E-8930-18E1-E9D4-40865802DEA7}"/>
              </a:ext>
            </a:extLst>
          </p:cNvPr>
          <p:cNvSpPr>
            <a:spLocks noGrp="1"/>
          </p:cNvSpPr>
          <p:nvPr>
            <p:ph type="sldNum" sz="quarter" idx="12"/>
          </p:nvPr>
        </p:nvSpPr>
        <p:spPr/>
        <p:txBody>
          <a:bodyPr/>
          <a:lstStyle/>
          <a:p>
            <a:fld id="{228F9CA8-326C-4739-94FA-B61622EDE330}" type="slidenum">
              <a:rPr lang="en-IN" smtClean="0"/>
              <a:t>‹#›</a:t>
            </a:fld>
            <a:endParaRPr lang="en-IN"/>
          </a:p>
        </p:txBody>
      </p:sp>
    </p:spTree>
    <p:extLst>
      <p:ext uri="{BB962C8B-B14F-4D97-AF65-F5344CB8AC3E}">
        <p14:creationId xmlns:p14="http://schemas.microsoft.com/office/powerpoint/2010/main" val="234243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C7E73A9-770C-740B-D01D-9B85BF8F6625}"/>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0AF6BCC-C7A1-3DE9-DE24-9C88B2842F2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04ECD29-6787-D53B-88DD-0886F13873C4}"/>
              </a:ext>
            </a:extLst>
          </p:cNvPr>
          <p:cNvSpPr>
            <a:spLocks noGrp="1"/>
          </p:cNvSpPr>
          <p:nvPr>
            <p:ph type="dt" sz="half" idx="10"/>
          </p:nvPr>
        </p:nvSpPr>
        <p:spPr/>
        <p:txBody>
          <a:bodyPr/>
          <a:lstStyle/>
          <a:p>
            <a:fld id="{1C4BA8B9-A204-478F-AFAE-1B43CF81D8F0}" type="datetimeFigureOut">
              <a:rPr lang="en-IN" smtClean="0"/>
              <a:t>23-10-2026</a:t>
            </a:fld>
            <a:endParaRPr lang="en-IN"/>
          </a:p>
        </p:txBody>
      </p:sp>
      <p:sp>
        <p:nvSpPr>
          <p:cNvPr id="5" name="Footer Placeholder 4">
            <a:extLst>
              <a:ext uri="{FF2B5EF4-FFF2-40B4-BE49-F238E27FC236}">
                <a16:creationId xmlns:a16="http://schemas.microsoft.com/office/drawing/2014/main" id="{CA7C6354-44B3-381C-C6DD-E81B0950DA9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D8FC6BE-7E5C-85C7-66CA-96314A132358}"/>
              </a:ext>
            </a:extLst>
          </p:cNvPr>
          <p:cNvSpPr>
            <a:spLocks noGrp="1"/>
          </p:cNvSpPr>
          <p:nvPr>
            <p:ph type="sldNum" sz="quarter" idx="12"/>
          </p:nvPr>
        </p:nvSpPr>
        <p:spPr/>
        <p:txBody>
          <a:bodyPr/>
          <a:lstStyle/>
          <a:p>
            <a:fld id="{228F9CA8-326C-4739-94FA-B61622EDE330}" type="slidenum">
              <a:rPr lang="en-IN" smtClean="0"/>
              <a:t>‹#›</a:t>
            </a:fld>
            <a:endParaRPr lang="en-IN"/>
          </a:p>
        </p:txBody>
      </p:sp>
    </p:spTree>
    <p:extLst>
      <p:ext uri="{BB962C8B-B14F-4D97-AF65-F5344CB8AC3E}">
        <p14:creationId xmlns:p14="http://schemas.microsoft.com/office/powerpoint/2010/main" val="32607559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520FC68-88F9-CDA8-BDDC-A43F415E367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756C90C-6D91-FF6C-96EA-B704FAF48F9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A0DCAE0-60C2-CC99-40F2-6C82AB413C5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C4BA8B9-A204-478F-AFAE-1B43CF81D8F0}" type="datetimeFigureOut">
              <a:rPr lang="en-IN" smtClean="0"/>
              <a:t>23-10-2026</a:t>
            </a:fld>
            <a:endParaRPr lang="en-IN"/>
          </a:p>
        </p:txBody>
      </p:sp>
      <p:sp>
        <p:nvSpPr>
          <p:cNvPr id="5" name="Footer Placeholder 4">
            <a:extLst>
              <a:ext uri="{FF2B5EF4-FFF2-40B4-BE49-F238E27FC236}">
                <a16:creationId xmlns:a16="http://schemas.microsoft.com/office/drawing/2014/main" id="{858537E8-F076-6F29-732E-18DFA006D05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E64AE21D-CA92-24D2-002D-72998C1EE77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28F9CA8-326C-4739-94FA-B61622EDE330}" type="slidenum">
              <a:rPr lang="en-IN" smtClean="0"/>
              <a:t>‹#›</a:t>
            </a:fld>
            <a:endParaRPr lang="en-IN"/>
          </a:p>
        </p:txBody>
      </p:sp>
    </p:spTree>
    <p:extLst>
      <p:ext uri="{BB962C8B-B14F-4D97-AF65-F5344CB8AC3E}">
        <p14:creationId xmlns:p14="http://schemas.microsoft.com/office/powerpoint/2010/main" val="232392822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7.jpe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6.jpeg"/><Relationship Id="rId5" Type="http://schemas.openxmlformats.org/officeDocument/2006/relationships/image" Target="../media/image5.jpeg"/><Relationship Id="rId4" Type="http://schemas.openxmlformats.org/officeDocument/2006/relationships/image" Target="../media/image4.jpe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1586" y="-1587"/>
            <a:ext cx="12200255" cy="6866255"/>
            <a:chOff x="-1586" y="-1587"/>
            <a:chExt cx="12200255" cy="6866255"/>
          </a:xfrm>
        </p:grpSpPr>
        <p:pic>
          <p:nvPicPr>
            <p:cNvPr id="3" name="object 3"/>
            <p:cNvPicPr/>
            <p:nvPr/>
          </p:nvPicPr>
          <p:blipFill>
            <a:blip r:embed="rId2" cstate="print"/>
            <a:stretch>
              <a:fillRect/>
            </a:stretch>
          </p:blipFill>
          <p:spPr>
            <a:xfrm>
              <a:off x="9791699" y="2085975"/>
              <a:ext cx="2400300" cy="4495800"/>
            </a:xfrm>
            <a:prstGeom prst="rect">
              <a:avLst/>
            </a:prstGeom>
          </p:spPr>
        </p:pic>
        <p:sp>
          <p:nvSpPr>
            <p:cNvPr id="4" name="object 4"/>
            <p:cNvSpPr/>
            <p:nvPr/>
          </p:nvSpPr>
          <p:spPr>
            <a:xfrm>
              <a:off x="147638" y="6615112"/>
              <a:ext cx="12044680" cy="28575"/>
            </a:xfrm>
            <a:custGeom>
              <a:avLst/>
              <a:gdLst/>
              <a:ahLst/>
              <a:cxnLst/>
              <a:rect l="l" t="t" r="r" b="b"/>
              <a:pathLst>
                <a:path w="12044680" h="28575">
                  <a:moveTo>
                    <a:pt x="0" y="28575"/>
                  </a:moveTo>
                  <a:lnTo>
                    <a:pt x="12044361" y="28575"/>
                  </a:lnTo>
                  <a:lnTo>
                    <a:pt x="12044361" y="0"/>
                  </a:lnTo>
                  <a:lnTo>
                    <a:pt x="0" y="0"/>
                  </a:lnTo>
                  <a:lnTo>
                    <a:pt x="0" y="28575"/>
                  </a:lnTo>
                  <a:close/>
                </a:path>
              </a:pathLst>
            </a:custGeom>
            <a:solidFill>
              <a:srgbClr val="E97031"/>
            </a:solidFill>
          </p:spPr>
          <p:txBody>
            <a:bodyPr wrap="square" lIns="0" tIns="0" rIns="0" bIns="0" rtlCol="0"/>
            <a:lstStyle/>
            <a:p>
              <a:endParaRPr/>
            </a:p>
          </p:txBody>
        </p:sp>
        <p:sp>
          <p:nvSpPr>
            <p:cNvPr id="5" name="object 5"/>
            <p:cNvSpPr/>
            <p:nvPr/>
          </p:nvSpPr>
          <p:spPr>
            <a:xfrm>
              <a:off x="4763" y="6615112"/>
              <a:ext cx="12187555" cy="28575"/>
            </a:xfrm>
            <a:custGeom>
              <a:avLst/>
              <a:gdLst/>
              <a:ahLst/>
              <a:cxnLst/>
              <a:rect l="l" t="t" r="r" b="b"/>
              <a:pathLst>
                <a:path w="12187555" h="28575">
                  <a:moveTo>
                    <a:pt x="12187236" y="0"/>
                  </a:moveTo>
                  <a:lnTo>
                    <a:pt x="0" y="0"/>
                  </a:lnTo>
                  <a:lnTo>
                    <a:pt x="0" y="28575"/>
                  </a:lnTo>
                  <a:lnTo>
                    <a:pt x="12187236" y="28575"/>
                  </a:lnTo>
                </a:path>
              </a:pathLst>
            </a:custGeom>
            <a:ln w="12700">
              <a:solidFill>
                <a:srgbClr val="F36F24"/>
              </a:solidFill>
            </a:ln>
          </p:spPr>
          <p:txBody>
            <a:bodyPr wrap="square" lIns="0" tIns="0" rIns="0" bIns="0" rtlCol="0"/>
            <a:lstStyle/>
            <a:p>
              <a:endParaRPr/>
            </a:p>
          </p:txBody>
        </p:sp>
        <p:sp>
          <p:nvSpPr>
            <p:cNvPr id="6" name="object 6"/>
            <p:cNvSpPr/>
            <p:nvPr/>
          </p:nvSpPr>
          <p:spPr>
            <a:xfrm>
              <a:off x="4763" y="4762"/>
              <a:ext cx="142875" cy="6853555"/>
            </a:xfrm>
            <a:custGeom>
              <a:avLst/>
              <a:gdLst/>
              <a:ahLst/>
              <a:cxnLst/>
              <a:rect l="l" t="t" r="r" b="b"/>
              <a:pathLst>
                <a:path w="142875" h="6853555">
                  <a:moveTo>
                    <a:pt x="142875" y="0"/>
                  </a:moveTo>
                  <a:lnTo>
                    <a:pt x="0" y="0"/>
                  </a:lnTo>
                  <a:lnTo>
                    <a:pt x="0" y="6853237"/>
                  </a:lnTo>
                  <a:lnTo>
                    <a:pt x="142875" y="6853237"/>
                  </a:lnTo>
                  <a:lnTo>
                    <a:pt x="142875" y="0"/>
                  </a:lnTo>
                  <a:close/>
                </a:path>
              </a:pathLst>
            </a:custGeom>
            <a:solidFill>
              <a:srgbClr val="F46F24"/>
            </a:solidFill>
          </p:spPr>
          <p:txBody>
            <a:bodyPr wrap="square" lIns="0" tIns="0" rIns="0" bIns="0" rtlCol="0"/>
            <a:lstStyle/>
            <a:p>
              <a:endParaRPr/>
            </a:p>
          </p:txBody>
        </p:sp>
        <p:sp>
          <p:nvSpPr>
            <p:cNvPr id="7" name="object 7"/>
            <p:cNvSpPr/>
            <p:nvPr/>
          </p:nvSpPr>
          <p:spPr>
            <a:xfrm>
              <a:off x="4763" y="4762"/>
              <a:ext cx="142875" cy="6853555"/>
            </a:xfrm>
            <a:custGeom>
              <a:avLst/>
              <a:gdLst/>
              <a:ahLst/>
              <a:cxnLst/>
              <a:rect l="l" t="t" r="r" b="b"/>
              <a:pathLst>
                <a:path w="142875" h="6853555">
                  <a:moveTo>
                    <a:pt x="142875" y="6853237"/>
                  </a:moveTo>
                  <a:lnTo>
                    <a:pt x="142875" y="0"/>
                  </a:lnTo>
                  <a:lnTo>
                    <a:pt x="0" y="0"/>
                  </a:lnTo>
                  <a:lnTo>
                    <a:pt x="0" y="6853237"/>
                  </a:lnTo>
                </a:path>
              </a:pathLst>
            </a:custGeom>
            <a:ln w="12700">
              <a:solidFill>
                <a:srgbClr val="F46F24"/>
              </a:solidFill>
            </a:ln>
          </p:spPr>
          <p:txBody>
            <a:bodyPr wrap="square" lIns="0" tIns="0" rIns="0" bIns="0" rtlCol="0"/>
            <a:lstStyle/>
            <a:p>
              <a:endParaRPr/>
            </a:p>
          </p:txBody>
        </p:sp>
        <p:pic>
          <p:nvPicPr>
            <p:cNvPr id="8" name="object 8"/>
            <p:cNvPicPr/>
            <p:nvPr/>
          </p:nvPicPr>
          <p:blipFill>
            <a:blip r:embed="rId3" cstate="print"/>
            <a:stretch>
              <a:fillRect/>
            </a:stretch>
          </p:blipFill>
          <p:spPr>
            <a:xfrm>
              <a:off x="3623751" y="275185"/>
              <a:ext cx="4601597" cy="449753"/>
            </a:xfrm>
            <a:prstGeom prst="rect">
              <a:avLst/>
            </a:prstGeom>
          </p:spPr>
        </p:pic>
      </p:grpSp>
      <p:sp>
        <p:nvSpPr>
          <p:cNvPr id="9" name="object 9" descr="$PPTXTitle"/>
          <p:cNvSpPr txBox="1">
            <a:spLocks noGrp="1"/>
          </p:cNvSpPr>
          <p:nvPr>
            <p:ph type="title"/>
          </p:nvPr>
        </p:nvSpPr>
        <p:spPr>
          <a:xfrm>
            <a:off x="1075267" y="815983"/>
            <a:ext cx="10024533" cy="786113"/>
          </a:xfrm>
          <a:prstGeom prst="rect">
            <a:avLst/>
          </a:prstGeom>
        </p:spPr>
        <p:txBody>
          <a:bodyPr vert="horz" wrap="square" lIns="0" tIns="16510" rIns="0" bIns="0" rtlCol="0">
            <a:spAutoFit/>
          </a:bodyPr>
          <a:lstStyle/>
          <a:p>
            <a:pPr algn="ctr">
              <a:lnSpc>
                <a:spcPct val="100000"/>
              </a:lnSpc>
              <a:spcBef>
                <a:spcPts val="130"/>
              </a:spcBef>
            </a:pPr>
            <a:r>
              <a:rPr lang="en-US" sz="2500" b="1" spc="160" dirty="0"/>
              <a:t>Movie recommendation System</a:t>
            </a:r>
            <a:r>
              <a:rPr sz="2500" b="1" spc="160" dirty="0"/>
              <a:t> </a:t>
            </a:r>
            <a:r>
              <a:rPr sz="2500" b="1" dirty="0"/>
              <a:t>–</a:t>
            </a:r>
            <a:r>
              <a:rPr sz="2500" b="1" spc="130" dirty="0"/>
              <a:t> </a:t>
            </a:r>
            <a:r>
              <a:rPr sz="2500" b="1" spc="-10" dirty="0"/>
              <a:t>Project</a:t>
            </a:r>
            <a:br>
              <a:rPr lang="en-US" sz="2500" b="1" spc="-10" dirty="0"/>
            </a:br>
            <a:r>
              <a:rPr lang="en-US" sz="2500" b="1" spc="-10" dirty="0"/>
              <a:t> </a:t>
            </a:r>
            <a:r>
              <a:rPr sz="2500" b="1" dirty="0"/>
              <a:t>Review</a:t>
            </a:r>
            <a:r>
              <a:rPr sz="2500" b="1" spc="90" dirty="0"/>
              <a:t> </a:t>
            </a:r>
            <a:endParaRPr sz="2500" b="1" dirty="0"/>
          </a:p>
        </p:txBody>
      </p:sp>
      <p:sp>
        <p:nvSpPr>
          <p:cNvPr id="10" name="object 10"/>
          <p:cNvSpPr txBox="1"/>
          <p:nvPr/>
        </p:nvSpPr>
        <p:spPr>
          <a:xfrm>
            <a:off x="4482781" y="3733800"/>
            <a:ext cx="2883535" cy="1564640"/>
          </a:xfrm>
          <a:prstGeom prst="rect">
            <a:avLst/>
          </a:prstGeom>
        </p:spPr>
        <p:txBody>
          <a:bodyPr vert="horz" wrap="square" lIns="0" tIns="85725" rIns="0" bIns="0" rtlCol="0">
            <a:spAutoFit/>
          </a:bodyPr>
          <a:lstStyle/>
          <a:p>
            <a:pPr marL="12700">
              <a:lnSpc>
                <a:spcPct val="100000"/>
              </a:lnSpc>
              <a:spcBef>
                <a:spcPts val="675"/>
              </a:spcBef>
            </a:pPr>
            <a:r>
              <a:rPr sz="1700" b="1" spc="-30" dirty="0">
                <a:latin typeface="Arial"/>
                <a:cs typeface="Arial"/>
              </a:rPr>
              <a:t>Team</a:t>
            </a:r>
            <a:r>
              <a:rPr sz="1700" b="1" spc="-55" dirty="0">
                <a:latin typeface="Arial"/>
                <a:cs typeface="Arial"/>
              </a:rPr>
              <a:t> </a:t>
            </a:r>
            <a:r>
              <a:rPr sz="1700" b="1" dirty="0">
                <a:latin typeface="Arial"/>
                <a:cs typeface="Arial"/>
              </a:rPr>
              <a:t>No</a:t>
            </a:r>
            <a:r>
              <a:rPr sz="1700" b="1" spc="-30" dirty="0">
                <a:latin typeface="Arial"/>
                <a:cs typeface="Arial"/>
              </a:rPr>
              <a:t> </a:t>
            </a:r>
            <a:r>
              <a:rPr sz="1700" b="1" dirty="0">
                <a:latin typeface="Arial"/>
                <a:cs typeface="Arial"/>
              </a:rPr>
              <a:t>:</a:t>
            </a:r>
            <a:r>
              <a:rPr lang="en-US" sz="1700" b="1" spc="5" dirty="0">
                <a:latin typeface="Arial"/>
                <a:cs typeface="Arial"/>
              </a:rPr>
              <a:t> </a:t>
            </a:r>
            <a:r>
              <a:rPr sz="1700" b="1" spc="-25" dirty="0">
                <a:latin typeface="Arial"/>
                <a:cs typeface="Arial"/>
              </a:rPr>
              <a:t>1</a:t>
            </a:r>
            <a:endParaRPr sz="1700" b="1" dirty="0">
              <a:latin typeface="Arial"/>
              <a:cs typeface="Arial"/>
            </a:endParaRPr>
          </a:p>
          <a:p>
            <a:pPr marL="12700">
              <a:lnSpc>
                <a:spcPct val="100000"/>
              </a:lnSpc>
              <a:spcBef>
                <a:spcPts val="490"/>
              </a:spcBef>
            </a:pPr>
            <a:r>
              <a:rPr sz="1500" spc="-50" dirty="0">
                <a:latin typeface="Arial"/>
                <a:cs typeface="Arial"/>
              </a:rPr>
              <a:t>Team</a:t>
            </a:r>
            <a:r>
              <a:rPr sz="1500" spc="-35" dirty="0">
                <a:latin typeface="Arial"/>
                <a:cs typeface="Arial"/>
              </a:rPr>
              <a:t> </a:t>
            </a:r>
            <a:r>
              <a:rPr sz="1500" dirty="0">
                <a:latin typeface="Arial"/>
                <a:cs typeface="Arial"/>
              </a:rPr>
              <a:t>Members</a:t>
            </a:r>
            <a:r>
              <a:rPr sz="1500" spc="-60" dirty="0">
                <a:latin typeface="Arial"/>
                <a:cs typeface="Arial"/>
              </a:rPr>
              <a:t> </a:t>
            </a:r>
            <a:r>
              <a:rPr sz="1500" spc="-50" dirty="0">
                <a:latin typeface="Arial"/>
                <a:cs typeface="Arial"/>
              </a:rPr>
              <a:t>:</a:t>
            </a:r>
            <a:endParaRPr sz="1500" dirty="0">
              <a:latin typeface="Arial"/>
              <a:cs typeface="Arial"/>
            </a:endParaRPr>
          </a:p>
          <a:p>
            <a:pPr marL="222885" indent="-210185">
              <a:lnSpc>
                <a:spcPct val="100000"/>
              </a:lnSpc>
              <a:buAutoNum type="arabicPeriod"/>
              <a:tabLst>
                <a:tab pos="222885" algn="l"/>
              </a:tabLst>
            </a:pPr>
            <a:r>
              <a:rPr sz="1500" dirty="0">
                <a:latin typeface="Arial"/>
                <a:cs typeface="Arial"/>
              </a:rPr>
              <a:t>Nalam</a:t>
            </a:r>
            <a:r>
              <a:rPr sz="1500" spc="-50" dirty="0">
                <a:latin typeface="Arial"/>
                <a:cs typeface="Arial"/>
              </a:rPr>
              <a:t> </a:t>
            </a:r>
            <a:r>
              <a:rPr sz="1500" dirty="0">
                <a:latin typeface="Arial"/>
                <a:cs typeface="Arial"/>
              </a:rPr>
              <a:t>Ramya</a:t>
            </a:r>
            <a:r>
              <a:rPr sz="1500" spc="-45" dirty="0">
                <a:latin typeface="Arial"/>
                <a:cs typeface="Arial"/>
              </a:rPr>
              <a:t> </a:t>
            </a:r>
            <a:r>
              <a:rPr sz="1500" spc="-10" dirty="0">
                <a:latin typeface="Arial"/>
                <a:cs typeface="Arial"/>
              </a:rPr>
              <a:t>[24B11CS308]</a:t>
            </a:r>
            <a:endParaRPr sz="1500" dirty="0">
              <a:latin typeface="Arial"/>
              <a:cs typeface="Arial"/>
            </a:endParaRPr>
          </a:p>
          <a:p>
            <a:pPr marL="222885" indent="-210185">
              <a:lnSpc>
                <a:spcPct val="100000"/>
              </a:lnSpc>
              <a:spcBef>
                <a:spcPts val="5"/>
              </a:spcBef>
              <a:buAutoNum type="arabicPeriod"/>
              <a:tabLst>
                <a:tab pos="222885" algn="l"/>
              </a:tabLst>
            </a:pPr>
            <a:r>
              <a:rPr sz="1500" dirty="0">
                <a:latin typeface="Arial"/>
                <a:cs typeface="Arial"/>
              </a:rPr>
              <a:t>Nalam</a:t>
            </a:r>
            <a:r>
              <a:rPr sz="1500" spc="-30" dirty="0">
                <a:latin typeface="Arial"/>
                <a:cs typeface="Arial"/>
              </a:rPr>
              <a:t> </a:t>
            </a:r>
            <a:r>
              <a:rPr sz="1500" dirty="0">
                <a:latin typeface="Arial"/>
                <a:cs typeface="Arial"/>
              </a:rPr>
              <a:t>Sowmya</a:t>
            </a:r>
            <a:r>
              <a:rPr sz="1500" spc="-65" dirty="0">
                <a:latin typeface="Arial"/>
                <a:cs typeface="Arial"/>
              </a:rPr>
              <a:t> </a:t>
            </a:r>
            <a:r>
              <a:rPr sz="1500" spc="-10" dirty="0">
                <a:latin typeface="Arial"/>
                <a:cs typeface="Arial"/>
              </a:rPr>
              <a:t>[24B11CS309]</a:t>
            </a:r>
            <a:endParaRPr sz="1500" dirty="0">
              <a:latin typeface="Arial"/>
              <a:cs typeface="Arial"/>
            </a:endParaRPr>
          </a:p>
          <a:p>
            <a:pPr marL="219075" indent="-206375">
              <a:lnSpc>
                <a:spcPct val="100000"/>
              </a:lnSpc>
              <a:buAutoNum type="arabicPeriod"/>
              <a:tabLst>
                <a:tab pos="219075" algn="l"/>
              </a:tabLst>
            </a:pPr>
            <a:r>
              <a:rPr sz="1500" spc="-30" dirty="0">
                <a:latin typeface="Arial"/>
                <a:cs typeface="Arial"/>
              </a:rPr>
              <a:t>Tanuku</a:t>
            </a:r>
            <a:r>
              <a:rPr sz="1500" spc="-60" dirty="0">
                <a:latin typeface="Arial"/>
                <a:cs typeface="Arial"/>
              </a:rPr>
              <a:t> </a:t>
            </a:r>
            <a:r>
              <a:rPr sz="1500" dirty="0">
                <a:latin typeface="Arial"/>
                <a:cs typeface="Arial"/>
              </a:rPr>
              <a:t>Kusuma</a:t>
            </a:r>
            <a:r>
              <a:rPr sz="1500" spc="-40" dirty="0">
                <a:latin typeface="Arial"/>
                <a:cs typeface="Arial"/>
              </a:rPr>
              <a:t> </a:t>
            </a:r>
            <a:r>
              <a:rPr sz="1500" spc="-10" dirty="0">
                <a:latin typeface="Arial"/>
                <a:cs typeface="Arial"/>
              </a:rPr>
              <a:t>[24B11CS435]</a:t>
            </a:r>
            <a:endParaRPr sz="1500" dirty="0">
              <a:latin typeface="Arial"/>
              <a:cs typeface="Arial"/>
            </a:endParaRPr>
          </a:p>
          <a:p>
            <a:pPr marL="219075" indent="-206375">
              <a:lnSpc>
                <a:spcPct val="100000"/>
              </a:lnSpc>
              <a:spcBef>
                <a:spcPts val="5"/>
              </a:spcBef>
              <a:buAutoNum type="arabicPeriod"/>
              <a:tabLst>
                <a:tab pos="219075" algn="l"/>
              </a:tabLst>
            </a:pPr>
            <a:r>
              <a:rPr sz="1500" spc="-30" dirty="0">
                <a:latin typeface="Arial"/>
                <a:cs typeface="Arial"/>
              </a:rPr>
              <a:t>Tanuku</a:t>
            </a:r>
            <a:r>
              <a:rPr sz="1500" spc="-45" dirty="0">
                <a:latin typeface="Arial"/>
                <a:cs typeface="Arial"/>
              </a:rPr>
              <a:t> </a:t>
            </a:r>
            <a:r>
              <a:rPr sz="1500" spc="-20" dirty="0">
                <a:latin typeface="Arial"/>
                <a:cs typeface="Arial"/>
              </a:rPr>
              <a:t>Yamuna</a:t>
            </a:r>
            <a:r>
              <a:rPr sz="1500" spc="-70" dirty="0">
                <a:latin typeface="Arial"/>
                <a:cs typeface="Arial"/>
              </a:rPr>
              <a:t> </a:t>
            </a:r>
            <a:r>
              <a:rPr sz="1500" spc="-10" dirty="0">
                <a:latin typeface="Arial"/>
                <a:cs typeface="Arial"/>
              </a:rPr>
              <a:t>[24B1CS436]</a:t>
            </a:r>
            <a:endParaRPr sz="1500" dirty="0">
              <a:latin typeface="Arial"/>
              <a:cs typeface="Arial"/>
            </a:endParaRPr>
          </a:p>
        </p:txBody>
      </p:sp>
      <p:sp>
        <p:nvSpPr>
          <p:cNvPr id="11" name="object 11"/>
          <p:cNvSpPr txBox="1"/>
          <p:nvPr/>
        </p:nvSpPr>
        <p:spPr>
          <a:xfrm>
            <a:off x="2844800" y="2506795"/>
            <a:ext cx="7418281" cy="439223"/>
          </a:xfrm>
          <a:prstGeom prst="rect">
            <a:avLst/>
          </a:prstGeom>
        </p:spPr>
        <p:txBody>
          <a:bodyPr vert="horz" wrap="square" lIns="0" tIns="15875" rIns="0" bIns="0" rtlCol="0">
            <a:spAutoFit/>
          </a:bodyPr>
          <a:lstStyle/>
          <a:p>
            <a:pPr marL="12700">
              <a:lnSpc>
                <a:spcPct val="100000"/>
              </a:lnSpc>
              <a:spcBef>
                <a:spcPts val="125"/>
              </a:spcBef>
            </a:pPr>
            <a:r>
              <a:rPr lang="en-US" sz="2750" b="1" spc="80" dirty="0">
                <a:latin typeface="Arial"/>
                <a:cs typeface="Arial"/>
              </a:rPr>
              <a:t>MOVIE RECOMMENDATION </a:t>
            </a:r>
            <a:r>
              <a:rPr sz="2750" b="1" spc="80" dirty="0">
                <a:latin typeface="Arial"/>
                <a:cs typeface="Arial"/>
              </a:rPr>
              <a:t> </a:t>
            </a:r>
            <a:r>
              <a:rPr sz="2750" b="1" spc="-10" dirty="0">
                <a:latin typeface="Arial"/>
                <a:cs typeface="Arial"/>
              </a:rPr>
              <a:t>SYSTEM</a:t>
            </a:r>
            <a:endParaRPr sz="2750" dirty="0">
              <a:latin typeface="Arial"/>
              <a:cs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E06211-2249-C9B5-2AA0-E96AE1F9CF7D}"/>
            </a:ext>
          </a:extLst>
        </p:cNvPr>
        <p:cNvGrpSpPr/>
        <p:nvPr/>
      </p:nvGrpSpPr>
      <p:grpSpPr>
        <a:xfrm>
          <a:off x="0" y="0"/>
          <a:ext cx="0" cy="0"/>
          <a:chOff x="0" y="0"/>
          <a:chExt cx="0" cy="0"/>
        </a:xfrm>
      </p:grpSpPr>
      <p:grpSp>
        <p:nvGrpSpPr>
          <p:cNvPr id="2" name="object 2">
            <a:extLst>
              <a:ext uri="{FF2B5EF4-FFF2-40B4-BE49-F238E27FC236}">
                <a16:creationId xmlns:a16="http://schemas.microsoft.com/office/drawing/2014/main" id="{4DC4DF83-9C2F-1DC7-26C5-924D331DDDDD}"/>
              </a:ext>
            </a:extLst>
          </p:cNvPr>
          <p:cNvGrpSpPr/>
          <p:nvPr/>
        </p:nvGrpSpPr>
        <p:grpSpPr>
          <a:xfrm>
            <a:off x="-1586" y="-1587"/>
            <a:ext cx="12200255" cy="6866255"/>
            <a:chOff x="-1586" y="-1587"/>
            <a:chExt cx="12200255" cy="6866255"/>
          </a:xfrm>
        </p:grpSpPr>
        <p:pic>
          <p:nvPicPr>
            <p:cNvPr id="3" name="object 3">
              <a:extLst>
                <a:ext uri="{FF2B5EF4-FFF2-40B4-BE49-F238E27FC236}">
                  <a16:creationId xmlns:a16="http://schemas.microsoft.com/office/drawing/2014/main" id="{23121B39-6026-2771-3F81-D017D6CAA639}"/>
                </a:ext>
              </a:extLst>
            </p:cNvPr>
            <p:cNvPicPr/>
            <p:nvPr/>
          </p:nvPicPr>
          <p:blipFill>
            <a:blip r:embed="rId2" cstate="print"/>
            <a:stretch>
              <a:fillRect/>
            </a:stretch>
          </p:blipFill>
          <p:spPr>
            <a:xfrm>
              <a:off x="9791699" y="2085975"/>
              <a:ext cx="2400300" cy="4495800"/>
            </a:xfrm>
            <a:prstGeom prst="rect">
              <a:avLst/>
            </a:prstGeom>
          </p:spPr>
        </p:pic>
        <p:sp>
          <p:nvSpPr>
            <p:cNvPr id="4" name="object 4">
              <a:extLst>
                <a:ext uri="{FF2B5EF4-FFF2-40B4-BE49-F238E27FC236}">
                  <a16:creationId xmlns:a16="http://schemas.microsoft.com/office/drawing/2014/main" id="{646E154E-AB37-2641-A2BC-39B6BF970E79}"/>
                </a:ext>
              </a:extLst>
            </p:cNvPr>
            <p:cNvSpPr/>
            <p:nvPr/>
          </p:nvSpPr>
          <p:spPr>
            <a:xfrm>
              <a:off x="147638" y="6615112"/>
              <a:ext cx="12044680" cy="28575"/>
            </a:xfrm>
            <a:custGeom>
              <a:avLst/>
              <a:gdLst/>
              <a:ahLst/>
              <a:cxnLst/>
              <a:rect l="l" t="t" r="r" b="b"/>
              <a:pathLst>
                <a:path w="12044680" h="28575">
                  <a:moveTo>
                    <a:pt x="0" y="28575"/>
                  </a:moveTo>
                  <a:lnTo>
                    <a:pt x="12044361" y="28575"/>
                  </a:lnTo>
                  <a:lnTo>
                    <a:pt x="12044361" y="0"/>
                  </a:lnTo>
                  <a:lnTo>
                    <a:pt x="0" y="0"/>
                  </a:lnTo>
                  <a:lnTo>
                    <a:pt x="0" y="28575"/>
                  </a:lnTo>
                  <a:close/>
                </a:path>
              </a:pathLst>
            </a:custGeom>
            <a:solidFill>
              <a:srgbClr val="E97031"/>
            </a:solidFill>
          </p:spPr>
          <p:txBody>
            <a:bodyPr wrap="square" lIns="0" tIns="0" rIns="0" bIns="0" rtlCol="0"/>
            <a:lstStyle/>
            <a:p>
              <a:endParaRPr/>
            </a:p>
          </p:txBody>
        </p:sp>
        <p:sp>
          <p:nvSpPr>
            <p:cNvPr id="5" name="object 5">
              <a:extLst>
                <a:ext uri="{FF2B5EF4-FFF2-40B4-BE49-F238E27FC236}">
                  <a16:creationId xmlns:a16="http://schemas.microsoft.com/office/drawing/2014/main" id="{C23D75F0-AAA5-2022-CDD3-6FF0FF35286A}"/>
                </a:ext>
              </a:extLst>
            </p:cNvPr>
            <p:cNvSpPr/>
            <p:nvPr/>
          </p:nvSpPr>
          <p:spPr>
            <a:xfrm>
              <a:off x="4763" y="6615112"/>
              <a:ext cx="12187555" cy="28575"/>
            </a:xfrm>
            <a:custGeom>
              <a:avLst/>
              <a:gdLst/>
              <a:ahLst/>
              <a:cxnLst/>
              <a:rect l="l" t="t" r="r" b="b"/>
              <a:pathLst>
                <a:path w="12187555" h="28575">
                  <a:moveTo>
                    <a:pt x="12187236" y="0"/>
                  </a:moveTo>
                  <a:lnTo>
                    <a:pt x="0" y="0"/>
                  </a:lnTo>
                  <a:lnTo>
                    <a:pt x="0" y="28575"/>
                  </a:lnTo>
                  <a:lnTo>
                    <a:pt x="12187236" y="28575"/>
                  </a:lnTo>
                </a:path>
              </a:pathLst>
            </a:custGeom>
            <a:ln w="12700">
              <a:solidFill>
                <a:srgbClr val="F36F24"/>
              </a:solidFill>
            </a:ln>
          </p:spPr>
          <p:txBody>
            <a:bodyPr wrap="square" lIns="0" tIns="0" rIns="0" bIns="0" rtlCol="0"/>
            <a:lstStyle/>
            <a:p>
              <a:endParaRPr/>
            </a:p>
          </p:txBody>
        </p:sp>
        <p:sp>
          <p:nvSpPr>
            <p:cNvPr id="6" name="object 6">
              <a:extLst>
                <a:ext uri="{FF2B5EF4-FFF2-40B4-BE49-F238E27FC236}">
                  <a16:creationId xmlns:a16="http://schemas.microsoft.com/office/drawing/2014/main" id="{562A82F3-2881-135D-7A47-7A9B5730D26C}"/>
                </a:ext>
              </a:extLst>
            </p:cNvPr>
            <p:cNvSpPr/>
            <p:nvPr/>
          </p:nvSpPr>
          <p:spPr>
            <a:xfrm>
              <a:off x="4763" y="4762"/>
              <a:ext cx="142875" cy="6853555"/>
            </a:xfrm>
            <a:custGeom>
              <a:avLst/>
              <a:gdLst/>
              <a:ahLst/>
              <a:cxnLst/>
              <a:rect l="l" t="t" r="r" b="b"/>
              <a:pathLst>
                <a:path w="142875" h="6853555">
                  <a:moveTo>
                    <a:pt x="142875" y="0"/>
                  </a:moveTo>
                  <a:lnTo>
                    <a:pt x="0" y="0"/>
                  </a:lnTo>
                  <a:lnTo>
                    <a:pt x="0" y="6853237"/>
                  </a:lnTo>
                  <a:lnTo>
                    <a:pt x="142875" y="6853237"/>
                  </a:lnTo>
                  <a:lnTo>
                    <a:pt x="142875" y="0"/>
                  </a:lnTo>
                  <a:close/>
                </a:path>
              </a:pathLst>
            </a:custGeom>
            <a:solidFill>
              <a:srgbClr val="F46F24"/>
            </a:solidFill>
          </p:spPr>
          <p:txBody>
            <a:bodyPr wrap="square" lIns="0" tIns="0" rIns="0" bIns="0" rtlCol="0"/>
            <a:lstStyle/>
            <a:p>
              <a:endParaRPr/>
            </a:p>
          </p:txBody>
        </p:sp>
        <p:sp>
          <p:nvSpPr>
            <p:cNvPr id="7" name="object 7">
              <a:extLst>
                <a:ext uri="{FF2B5EF4-FFF2-40B4-BE49-F238E27FC236}">
                  <a16:creationId xmlns:a16="http://schemas.microsoft.com/office/drawing/2014/main" id="{9425ED80-AEF8-F620-AF16-DDBB280C8E40}"/>
                </a:ext>
              </a:extLst>
            </p:cNvPr>
            <p:cNvSpPr/>
            <p:nvPr/>
          </p:nvSpPr>
          <p:spPr>
            <a:xfrm>
              <a:off x="4763" y="4762"/>
              <a:ext cx="142875" cy="6853555"/>
            </a:xfrm>
            <a:custGeom>
              <a:avLst/>
              <a:gdLst/>
              <a:ahLst/>
              <a:cxnLst/>
              <a:rect l="l" t="t" r="r" b="b"/>
              <a:pathLst>
                <a:path w="142875" h="6853555">
                  <a:moveTo>
                    <a:pt x="142875" y="6853237"/>
                  </a:moveTo>
                  <a:lnTo>
                    <a:pt x="142875" y="0"/>
                  </a:lnTo>
                  <a:lnTo>
                    <a:pt x="0" y="0"/>
                  </a:lnTo>
                  <a:lnTo>
                    <a:pt x="0" y="6853237"/>
                  </a:lnTo>
                </a:path>
              </a:pathLst>
            </a:custGeom>
            <a:ln w="12700">
              <a:solidFill>
                <a:srgbClr val="F46F24"/>
              </a:solidFill>
            </a:ln>
          </p:spPr>
          <p:txBody>
            <a:bodyPr wrap="square" lIns="0" tIns="0" rIns="0" bIns="0" rtlCol="0"/>
            <a:lstStyle/>
            <a:p>
              <a:endParaRPr/>
            </a:p>
          </p:txBody>
        </p:sp>
        <p:pic>
          <p:nvPicPr>
            <p:cNvPr id="8" name="object 8">
              <a:extLst>
                <a:ext uri="{FF2B5EF4-FFF2-40B4-BE49-F238E27FC236}">
                  <a16:creationId xmlns:a16="http://schemas.microsoft.com/office/drawing/2014/main" id="{D6FE7B34-C180-DC46-9852-D38EC952A0A1}"/>
                </a:ext>
              </a:extLst>
            </p:cNvPr>
            <p:cNvPicPr/>
            <p:nvPr/>
          </p:nvPicPr>
          <p:blipFill>
            <a:blip r:embed="rId3" cstate="print"/>
            <a:stretch>
              <a:fillRect/>
            </a:stretch>
          </p:blipFill>
          <p:spPr>
            <a:xfrm>
              <a:off x="3623751" y="275185"/>
              <a:ext cx="4601597" cy="449753"/>
            </a:xfrm>
            <a:prstGeom prst="rect">
              <a:avLst/>
            </a:prstGeom>
          </p:spPr>
        </p:pic>
      </p:grpSp>
      <p:sp>
        <p:nvSpPr>
          <p:cNvPr id="9" name="object 9" descr="$PPTXTitle">
            <a:extLst>
              <a:ext uri="{FF2B5EF4-FFF2-40B4-BE49-F238E27FC236}">
                <a16:creationId xmlns:a16="http://schemas.microsoft.com/office/drawing/2014/main" id="{852B0D34-AA45-B64F-280D-8738F379DF41}"/>
              </a:ext>
            </a:extLst>
          </p:cNvPr>
          <p:cNvSpPr txBox="1">
            <a:spLocks noGrp="1"/>
          </p:cNvSpPr>
          <p:nvPr>
            <p:ph type="title"/>
          </p:nvPr>
        </p:nvSpPr>
        <p:spPr>
          <a:xfrm>
            <a:off x="1075267" y="815983"/>
            <a:ext cx="10024533" cy="786113"/>
          </a:xfrm>
          <a:prstGeom prst="rect">
            <a:avLst/>
          </a:prstGeom>
        </p:spPr>
        <p:txBody>
          <a:bodyPr vert="horz" wrap="square" lIns="0" tIns="16510" rIns="0" bIns="0" rtlCol="0">
            <a:spAutoFit/>
          </a:bodyPr>
          <a:lstStyle/>
          <a:p>
            <a:pPr algn="ctr">
              <a:lnSpc>
                <a:spcPct val="100000"/>
              </a:lnSpc>
              <a:spcBef>
                <a:spcPts val="130"/>
              </a:spcBef>
            </a:pPr>
            <a:r>
              <a:rPr lang="en-US" sz="2500" b="1" spc="160" dirty="0"/>
              <a:t>Movie recommendation System</a:t>
            </a:r>
            <a:r>
              <a:rPr sz="2500" b="1" spc="160" dirty="0"/>
              <a:t> </a:t>
            </a:r>
            <a:r>
              <a:rPr sz="2500" b="1" dirty="0"/>
              <a:t>–</a:t>
            </a:r>
            <a:r>
              <a:rPr sz="2500" b="1" spc="130" dirty="0"/>
              <a:t> </a:t>
            </a:r>
            <a:r>
              <a:rPr sz="2500" b="1" spc="-10" dirty="0"/>
              <a:t>Project</a:t>
            </a:r>
            <a:br>
              <a:rPr lang="en-US" sz="2500" b="1" spc="-10" dirty="0"/>
            </a:br>
            <a:r>
              <a:rPr lang="en-US" sz="2500" b="1" spc="-10" dirty="0"/>
              <a:t> </a:t>
            </a:r>
            <a:r>
              <a:rPr sz="2500" b="1" dirty="0"/>
              <a:t>Review</a:t>
            </a:r>
            <a:r>
              <a:rPr sz="2500" b="1" spc="90" dirty="0"/>
              <a:t> </a:t>
            </a:r>
            <a:endParaRPr sz="2500" b="1" dirty="0"/>
          </a:p>
        </p:txBody>
      </p:sp>
      <p:sp>
        <p:nvSpPr>
          <p:cNvPr id="13" name="TextBox 12">
            <a:extLst>
              <a:ext uri="{FF2B5EF4-FFF2-40B4-BE49-F238E27FC236}">
                <a16:creationId xmlns:a16="http://schemas.microsoft.com/office/drawing/2014/main" id="{82DA8FB2-BF17-166C-FC3F-822C3430D0B3}"/>
              </a:ext>
            </a:extLst>
          </p:cNvPr>
          <p:cNvSpPr txBox="1"/>
          <p:nvPr/>
        </p:nvSpPr>
        <p:spPr>
          <a:xfrm>
            <a:off x="1447800" y="1840441"/>
            <a:ext cx="7560733" cy="3693319"/>
          </a:xfrm>
          <a:prstGeom prst="rect">
            <a:avLst/>
          </a:prstGeom>
          <a:noFill/>
        </p:spPr>
        <p:txBody>
          <a:bodyPr wrap="square">
            <a:spAutoFit/>
          </a:bodyPr>
          <a:lstStyle/>
          <a:p>
            <a:pPr>
              <a:buNone/>
            </a:pPr>
            <a:r>
              <a:rPr lang="en-IN" b="1" dirty="0">
                <a:latin typeface="Times New Roman" panose="02020603050405020304" pitchFamily="18" charset="0"/>
                <a:cs typeface="Times New Roman" panose="02020603050405020304" pitchFamily="18" charset="0"/>
              </a:rPr>
              <a:t>Table of Contents</a:t>
            </a:r>
          </a:p>
          <a:p>
            <a:pPr marL="342900" lvl="0" indent="-342900">
              <a:buFont typeface="+mj-lt"/>
              <a:buAutoNum type="arabicPeriod"/>
            </a:pPr>
            <a:r>
              <a:rPr lang="en-IN" dirty="0">
                <a:latin typeface="Times New Roman" panose="02020603050405020304" pitchFamily="18" charset="0"/>
                <a:cs typeface="Times New Roman" panose="02020603050405020304" pitchFamily="18" charset="0"/>
              </a:rPr>
              <a:t>Abstract</a:t>
            </a:r>
          </a:p>
          <a:p>
            <a:pPr marL="342900" lvl="0" indent="-342900">
              <a:buFont typeface="+mj-lt"/>
              <a:buAutoNum type="arabicPeriod"/>
            </a:pPr>
            <a:r>
              <a:rPr lang="en-IN" dirty="0">
                <a:latin typeface="Times New Roman" panose="02020603050405020304" pitchFamily="18" charset="0"/>
                <a:cs typeface="Times New Roman" panose="02020603050405020304" pitchFamily="18" charset="0"/>
              </a:rPr>
              <a:t>Problem Statement</a:t>
            </a:r>
          </a:p>
          <a:p>
            <a:pPr marL="342900" lvl="0" indent="-342900">
              <a:buFont typeface="+mj-lt"/>
              <a:buAutoNum type="arabicPeriod"/>
            </a:pPr>
            <a:r>
              <a:rPr lang="en-IN" dirty="0">
                <a:latin typeface="Times New Roman" panose="02020603050405020304" pitchFamily="18" charset="0"/>
                <a:cs typeface="Times New Roman" panose="02020603050405020304" pitchFamily="18" charset="0"/>
              </a:rPr>
              <a:t>Objectives</a:t>
            </a:r>
          </a:p>
          <a:p>
            <a:pPr marL="342900" lvl="0" indent="-342900">
              <a:buFont typeface="+mj-lt"/>
              <a:buAutoNum type="arabicPeriod"/>
            </a:pPr>
            <a:r>
              <a:rPr lang="en-IN" dirty="0">
                <a:latin typeface="Times New Roman" panose="02020603050405020304" pitchFamily="18" charset="0"/>
                <a:cs typeface="Times New Roman" panose="02020603050405020304" pitchFamily="18" charset="0"/>
              </a:rPr>
              <a:t>Existing System vs Proposed System</a:t>
            </a:r>
          </a:p>
          <a:p>
            <a:pPr marL="342900" lvl="0" indent="-342900">
              <a:buFont typeface="+mj-lt"/>
              <a:buAutoNum type="arabicPeriod"/>
            </a:pPr>
            <a:r>
              <a:rPr lang="en-IN" dirty="0">
                <a:latin typeface="Times New Roman" panose="02020603050405020304" pitchFamily="18" charset="0"/>
                <a:cs typeface="Times New Roman" panose="02020603050405020304" pitchFamily="18" charset="0"/>
              </a:rPr>
              <a:t>Technologies Used</a:t>
            </a:r>
          </a:p>
          <a:p>
            <a:pPr marL="342900" lvl="0" indent="-342900">
              <a:buFont typeface="+mj-lt"/>
              <a:buAutoNum type="arabicPeriod"/>
            </a:pPr>
            <a:r>
              <a:rPr lang="en-IN" dirty="0">
                <a:latin typeface="Times New Roman" panose="02020603050405020304" pitchFamily="18" charset="0"/>
                <a:cs typeface="Times New Roman" panose="02020603050405020304" pitchFamily="18" charset="0"/>
              </a:rPr>
              <a:t>Dataset Description</a:t>
            </a:r>
          </a:p>
          <a:p>
            <a:pPr marL="342900" lvl="0" indent="-342900">
              <a:buFont typeface="+mj-lt"/>
              <a:buAutoNum type="arabicPeriod"/>
            </a:pPr>
            <a:r>
              <a:rPr lang="en-IN" dirty="0">
                <a:latin typeface="Times New Roman" panose="02020603050405020304" pitchFamily="18" charset="0"/>
                <a:cs typeface="Times New Roman" panose="02020603050405020304" pitchFamily="18" charset="0"/>
              </a:rPr>
              <a:t>System Architecture</a:t>
            </a:r>
          </a:p>
          <a:p>
            <a:pPr marL="342900" lvl="0" indent="-342900">
              <a:buFont typeface="+mj-lt"/>
              <a:buAutoNum type="arabicPeriod"/>
            </a:pPr>
            <a:r>
              <a:rPr lang="en-IN" dirty="0">
                <a:latin typeface="Times New Roman" panose="02020603050405020304" pitchFamily="18" charset="0"/>
                <a:cs typeface="Times New Roman" panose="02020603050405020304" pitchFamily="18" charset="0"/>
              </a:rPr>
              <a:t>Machine Learning Algorithms</a:t>
            </a:r>
          </a:p>
          <a:p>
            <a:pPr marL="342900" lvl="0" indent="-342900">
              <a:buFont typeface="+mj-lt"/>
              <a:buAutoNum type="arabicPeriod"/>
            </a:pPr>
            <a:r>
              <a:rPr lang="en-IN" dirty="0">
                <a:latin typeface="Times New Roman" panose="02020603050405020304" pitchFamily="18" charset="0"/>
                <a:cs typeface="Times New Roman" panose="02020603050405020304" pitchFamily="18" charset="0"/>
              </a:rPr>
              <a:t>Main Modules </a:t>
            </a:r>
          </a:p>
          <a:p>
            <a:pPr marL="342900" lvl="0" indent="-342900">
              <a:buFont typeface="+mj-lt"/>
              <a:buAutoNum type="arabicPeriod"/>
            </a:pPr>
            <a:r>
              <a:rPr lang="en-IN" dirty="0">
                <a:latin typeface="Times New Roman" panose="02020603050405020304" pitchFamily="18" charset="0"/>
                <a:cs typeface="Times New Roman" panose="02020603050405020304" pitchFamily="18" charset="0"/>
              </a:rPr>
              <a:t>Results and Output</a:t>
            </a:r>
          </a:p>
          <a:p>
            <a:pPr marL="342900" lvl="0" indent="-342900">
              <a:buFont typeface="+mj-lt"/>
              <a:buAutoNum type="arabicPeriod"/>
            </a:pPr>
            <a:r>
              <a:rPr lang="en-IN" dirty="0">
                <a:latin typeface="Times New Roman" panose="02020603050405020304" pitchFamily="18" charset="0"/>
                <a:cs typeface="Times New Roman" panose="02020603050405020304" pitchFamily="18" charset="0"/>
              </a:rPr>
              <a:t>Future Enhancements</a:t>
            </a:r>
          </a:p>
          <a:p>
            <a:pPr marL="342900" lvl="0" indent="-342900">
              <a:buFont typeface="+mj-lt"/>
              <a:buAutoNum type="arabicPeriod"/>
            </a:pPr>
            <a:r>
              <a:rPr lang="en-IN" dirty="0">
                <a:latin typeface="Times New Roman" panose="02020603050405020304" pitchFamily="18" charset="0"/>
                <a:cs typeface="Times New Roman" panose="02020603050405020304" pitchFamily="18" charset="0"/>
              </a:rPr>
              <a:t>Conclusion</a:t>
            </a:r>
          </a:p>
        </p:txBody>
      </p:sp>
    </p:spTree>
    <p:extLst>
      <p:ext uri="{BB962C8B-B14F-4D97-AF65-F5344CB8AC3E}">
        <p14:creationId xmlns:p14="http://schemas.microsoft.com/office/powerpoint/2010/main" val="37864662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3" cstate="print"/>
          <a:stretch>
            <a:fillRect/>
          </a:stretch>
        </p:blipFill>
        <p:spPr>
          <a:xfrm>
            <a:off x="10918569" y="405860"/>
            <a:ext cx="931503" cy="323776"/>
          </a:xfrm>
          <a:prstGeom prst="rect">
            <a:avLst/>
          </a:prstGeom>
        </p:spPr>
      </p:pic>
      <p:grpSp>
        <p:nvGrpSpPr>
          <p:cNvPr id="3" name="object 3"/>
          <p:cNvGrpSpPr/>
          <p:nvPr/>
        </p:nvGrpSpPr>
        <p:grpSpPr>
          <a:xfrm>
            <a:off x="-1586" y="2085975"/>
            <a:ext cx="12200255" cy="4564380"/>
            <a:chOff x="-1586" y="2085975"/>
            <a:chExt cx="12200255" cy="4564380"/>
          </a:xfrm>
        </p:grpSpPr>
        <p:sp>
          <p:nvSpPr>
            <p:cNvPr id="4" name="object 4"/>
            <p:cNvSpPr/>
            <p:nvPr/>
          </p:nvSpPr>
          <p:spPr>
            <a:xfrm>
              <a:off x="4763" y="6615112"/>
              <a:ext cx="12187555" cy="28575"/>
            </a:xfrm>
            <a:custGeom>
              <a:avLst/>
              <a:gdLst/>
              <a:ahLst/>
              <a:cxnLst/>
              <a:rect l="l" t="t" r="r" b="b"/>
              <a:pathLst>
                <a:path w="12187555" h="28575">
                  <a:moveTo>
                    <a:pt x="12187236" y="0"/>
                  </a:moveTo>
                  <a:lnTo>
                    <a:pt x="0" y="0"/>
                  </a:lnTo>
                  <a:lnTo>
                    <a:pt x="0" y="28575"/>
                  </a:lnTo>
                  <a:lnTo>
                    <a:pt x="12187236" y="28575"/>
                  </a:lnTo>
                  <a:lnTo>
                    <a:pt x="12187236" y="0"/>
                  </a:lnTo>
                  <a:close/>
                </a:path>
              </a:pathLst>
            </a:custGeom>
            <a:solidFill>
              <a:srgbClr val="E97031"/>
            </a:solidFill>
          </p:spPr>
          <p:txBody>
            <a:bodyPr wrap="square" lIns="0" tIns="0" rIns="0" bIns="0" rtlCol="0"/>
            <a:lstStyle/>
            <a:p>
              <a:endParaRPr/>
            </a:p>
          </p:txBody>
        </p:sp>
        <p:sp>
          <p:nvSpPr>
            <p:cNvPr id="5" name="object 5"/>
            <p:cNvSpPr/>
            <p:nvPr/>
          </p:nvSpPr>
          <p:spPr>
            <a:xfrm>
              <a:off x="4763" y="6615112"/>
              <a:ext cx="12187555" cy="28575"/>
            </a:xfrm>
            <a:custGeom>
              <a:avLst/>
              <a:gdLst/>
              <a:ahLst/>
              <a:cxnLst/>
              <a:rect l="l" t="t" r="r" b="b"/>
              <a:pathLst>
                <a:path w="12187555" h="28575">
                  <a:moveTo>
                    <a:pt x="12187236" y="0"/>
                  </a:moveTo>
                  <a:lnTo>
                    <a:pt x="0" y="0"/>
                  </a:lnTo>
                  <a:lnTo>
                    <a:pt x="0" y="28575"/>
                  </a:lnTo>
                  <a:lnTo>
                    <a:pt x="12187236" y="28575"/>
                  </a:lnTo>
                </a:path>
              </a:pathLst>
            </a:custGeom>
            <a:ln w="12700">
              <a:solidFill>
                <a:srgbClr val="F36F24"/>
              </a:solidFill>
            </a:ln>
          </p:spPr>
          <p:txBody>
            <a:bodyPr wrap="square" lIns="0" tIns="0" rIns="0" bIns="0" rtlCol="0"/>
            <a:lstStyle/>
            <a:p>
              <a:endParaRPr/>
            </a:p>
          </p:txBody>
        </p:sp>
        <p:pic>
          <p:nvPicPr>
            <p:cNvPr id="6" name="object 6"/>
            <p:cNvPicPr/>
            <p:nvPr/>
          </p:nvPicPr>
          <p:blipFill>
            <a:blip r:embed="rId4" cstate="print"/>
            <a:stretch>
              <a:fillRect/>
            </a:stretch>
          </p:blipFill>
          <p:spPr>
            <a:xfrm>
              <a:off x="9791699" y="2085975"/>
              <a:ext cx="2400300" cy="4495800"/>
            </a:xfrm>
            <a:prstGeom prst="rect">
              <a:avLst/>
            </a:prstGeom>
          </p:spPr>
        </p:pic>
      </p:grpSp>
      <p:sp>
        <p:nvSpPr>
          <p:cNvPr id="8" name="object 8"/>
          <p:cNvSpPr txBox="1"/>
          <p:nvPr/>
        </p:nvSpPr>
        <p:spPr>
          <a:xfrm>
            <a:off x="812800" y="1230843"/>
            <a:ext cx="10041467" cy="5522024"/>
          </a:xfrm>
          <a:prstGeom prst="rect">
            <a:avLst/>
          </a:prstGeom>
        </p:spPr>
        <p:txBody>
          <a:bodyPr vert="horz" wrap="square" lIns="0" tIns="12700" rIns="0" bIns="0" rtlCol="0">
            <a:spAutoFit/>
          </a:bodyPr>
          <a:lstStyle/>
          <a:p>
            <a:r>
              <a:rPr lang="en-IN" sz="2000" dirty="0">
                <a:latin typeface="Times New Roman" panose="02020603050405020304" pitchFamily="18" charset="0"/>
                <a:cs typeface="Times New Roman" panose="02020603050405020304" pitchFamily="18" charset="0"/>
              </a:rPr>
              <a:t>The Movie Recommendation System is a machine learning-based application developed to help users discover movies according to their interests and preferences. In today's digital world, a large number of movies are available across different platforms, making it difficult for users to select movies that match their tastes. This project aims to solve this problem by providing relevant movie suggestions automatically based on movie features and user inputs.</a:t>
            </a:r>
          </a:p>
          <a:p>
            <a:endParaRPr lang="en-IN" sz="2000" dirty="0">
              <a:latin typeface="Times New Roman" panose="02020603050405020304" pitchFamily="18" charset="0"/>
              <a:cs typeface="Times New Roman" panose="02020603050405020304" pitchFamily="18" charset="0"/>
            </a:endParaRPr>
          </a:p>
          <a:p>
            <a:r>
              <a:rPr lang="en-IN" sz="2000" dirty="0">
                <a:latin typeface="Times New Roman" panose="02020603050405020304" pitchFamily="18" charset="0"/>
                <a:cs typeface="Times New Roman" panose="02020603050405020304" pitchFamily="18" charset="0"/>
              </a:rPr>
              <a:t>The system </a:t>
            </a:r>
            <a:r>
              <a:rPr lang="en-IN" sz="2000" dirty="0" err="1">
                <a:latin typeface="Times New Roman" panose="02020603050405020304" pitchFamily="18" charset="0"/>
                <a:cs typeface="Times New Roman" panose="02020603050405020304" pitchFamily="18" charset="0"/>
              </a:rPr>
              <a:t>analyzes</a:t>
            </a:r>
            <a:r>
              <a:rPr lang="en-IN" sz="2000" dirty="0">
                <a:latin typeface="Times New Roman" panose="02020603050405020304" pitchFamily="18" charset="0"/>
                <a:cs typeface="Times New Roman" panose="02020603050405020304" pitchFamily="18" charset="0"/>
              </a:rPr>
              <a:t> various movie attributes, including title, genres, keywords, cast, director, ratings, and popularity. It uses </a:t>
            </a:r>
            <a:r>
              <a:rPr lang="en-IN" sz="2000" b="1" dirty="0">
                <a:latin typeface="Times New Roman" panose="02020603050405020304" pitchFamily="18" charset="0"/>
                <a:cs typeface="Times New Roman" panose="02020603050405020304" pitchFamily="18" charset="0"/>
              </a:rPr>
              <a:t>TF-IDF (Term Frequency–Inverse Document Frequency)</a:t>
            </a:r>
            <a:r>
              <a:rPr lang="en-IN" sz="2000" dirty="0">
                <a:latin typeface="Times New Roman" panose="02020603050405020304" pitchFamily="18" charset="0"/>
                <a:cs typeface="Times New Roman" panose="02020603050405020304" pitchFamily="18" charset="0"/>
              </a:rPr>
              <a:t> to convert textual movie information into numerical features. </a:t>
            </a:r>
            <a:r>
              <a:rPr lang="en-IN" sz="2000" b="1" dirty="0">
                <a:latin typeface="Times New Roman" panose="02020603050405020304" pitchFamily="18" charset="0"/>
                <a:cs typeface="Times New Roman" panose="02020603050405020304" pitchFamily="18" charset="0"/>
              </a:rPr>
              <a:t>Cosine similarity and the k-Nearest </a:t>
            </a:r>
            <a:r>
              <a:rPr lang="en-IN" sz="2000" b="1" dirty="0" err="1">
                <a:latin typeface="Times New Roman" panose="02020603050405020304" pitchFamily="18" charset="0"/>
                <a:cs typeface="Times New Roman" panose="02020603050405020304" pitchFamily="18" charset="0"/>
              </a:rPr>
              <a:t>Neighbors</a:t>
            </a:r>
            <a:r>
              <a:rPr lang="en-IN" sz="2000" b="1" dirty="0">
                <a:latin typeface="Times New Roman" panose="02020603050405020304" pitchFamily="18" charset="0"/>
                <a:cs typeface="Times New Roman" panose="02020603050405020304" pitchFamily="18" charset="0"/>
              </a:rPr>
              <a:t> (</a:t>
            </a:r>
            <a:r>
              <a:rPr lang="en-IN" sz="2000" b="1" dirty="0" err="1">
                <a:latin typeface="Times New Roman" panose="02020603050405020304" pitchFamily="18" charset="0"/>
                <a:cs typeface="Times New Roman" panose="02020603050405020304" pitchFamily="18" charset="0"/>
              </a:rPr>
              <a:t>kNN</a:t>
            </a:r>
            <a:r>
              <a:rPr lang="en-IN" sz="2000" b="1" dirty="0">
                <a:latin typeface="Times New Roman" panose="02020603050405020304" pitchFamily="18" charset="0"/>
                <a:cs typeface="Times New Roman" panose="02020603050405020304" pitchFamily="18" charset="0"/>
              </a:rPr>
              <a:t>) algorithm</a:t>
            </a:r>
            <a:r>
              <a:rPr lang="en-IN" sz="2000" dirty="0">
                <a:latin typeface="Times New Roman" panose="02020603050405020304" pitchFamily="18" charset="0"/>
                <a:cs typeface="Times New Roman" panose="02020603050405020304" pitchFamily="18" charset="0"/>
              </a:rPr>
              <a:t> are used to identify and recommend movies that are similar to a selected movie. Additionally, </a:t>
            </a:r>
            <a:r>
              <a:rPr lang="en-IN" sz="2000" b="1" dirty="0">
                <a:latin typeface="Times New Roman" panose="02020603050405020304" pitchFamily="18" charset="0"/>
                <a:cs typeface="Times New Roman" panose="02020603050405020304" pitchFamily="18" charset="0"/>
              </a:rPr>
              <a:t>K-Means clustering</a:t>
            </a:r>
            <a:r>
              <a:rPr lang="en-IN" sz="2000" dirty="0">
                <a:latin typeface="Times New Roman" panose="02020603050405020304" pitchFamily="18" charset="0"/>
                <a:cs typeface="Times New Roman" panose="02020603050405020304" pitchFamily="18" charset="0"/>
              </a:rPr>
              <a:t> is applied to group movies based on their ratings and popularity, helping users explore different categories of movies.</a:t>
            </a:r>
          </a:p>
          <a:p>
            <a:endParaRPr lang="en-IN" sz="2000" dirty="0">
              <a:latin typeface="Times New Roman" panose="02020603050405020304" pitchFamily="18" charset="0"/>
              <a:cs typeface="Times New Roman" panose="02020603050405020304" pitchFamily="18" charset="0"/>
            </a:endParaRPr>
          </a:p>
          <a:p>
            <a:r>
              <a:rPr lang="en-IN" sz="2000" dirty="0">
                <a:latin typeface="Times New Roman" panose="02020603050405020304" pitchFamily="18" charset="0"/>
                <a:cs typeface="Times New Roman" panose="02020603050405020304" pitchFamily="18" charset="0"/>
              </a:rPr>
              <a:t>The recommendation results are ranked using text similarity and movie ratings. Overall, this project demonstrates the practical application of machine learning, text processing, and data analysis to build a movie recommendation system that simplifies movie selection and improves the movie discovery experience</a:t>
            </a:r>
            <a:r>
              <a:rPr lang="en-IN" dirty="0">
                <a:latin typeface="Times New Roman" panose="02020603050405020304" pitchFamily="18" charset="0"/>
                <a:cs typeface="Times New Roman" panose="02020603050405020304" pitchFamily="18" charset="0"/>
              </a:rPr>
              <a:t>.</a:t>
            </a:r>
          </a:p>
          <a:p>
            <a:endParaRPr dirty="0">
              <a:latin typeface="Calibri"/>
              <a:cs typeface="Calibri"/>
            </a:endParaRPr>
          </a:p>
        </p:txBody>
      </p:sp>
      <p:sp>
        <p:nvSpPr>
          <p:cNvPr id="11" name="Rounded Rectangle 2">
            <a:extLst>
              <a:ext uri="{FF2B5EF4-FFF2-40B4-BE49-F238E27FC236}">
                <a16:creationId xmlns:a16="http://schemas.microsoft.com/office/drawing/2014/main" id="{75CC5C04-7B61-4781-BEE6-D9A01DB76C1A}"/>
              </a:ext>
            </a:extLst>
          </p:cNvPr>
          <p:cNvSpPr>
            <a:spLocks noGrp="1"/>
          </p:cNvSpPr>
          <p:nvPr>
            <p:ph type="title"/>
          </p:nvPr>
        </p:nvSpPr>
        <p:spPr>
          <a:xfrm>
            <a:off x="1676400" y="583402"/>
            <a:ext cx="8561387" cy="504211"/>
          </a:xfrm>
          <a:prstGeom prst="roundRect">
            <a:avLst/>
          </a:prstGeom>
          <a:solidFill>
            <a:srgbClr val="F46A00"/>
          </a:solidFill>
          <a:ln>
            <a:solidFill>
              <a:srgbClr val="D65000"/>
            </a:solidFill>
          </a:ln>
        </p:spPr>
        <p:style>
          <a:lnRef idx="1">
            <a:schemeClr val="accent1"/>
          </a:lnRef>
          <a:fillRef idx="3">
            <a:schemeClr val="accent1"/>
          </a:fillRef>
          <a:effectRef idx="2">
            <a:schemeClr val="accent1"/>
          </a:effectRef>
          <a:fontRef idx="minor">
            <a:schemeClr val="lt1"/>
          </a:fontRef>
        </p:style>
        <p:txBody>
          <a:bodyPr wrap="square" anchor="ctr">
            <a:noAutofit/>
          </a:bodyPr>
          <a:lstStyle>
            <a:defPPr>
              <a:buNone/>
            </a:defPPr>
            <a:lvl1pPr marL="0" algn="l" defTabSz="457200">
              <a:buNone/>
              <a:defRPr sz="1800" kern="1200">
                <a:solidFill>
                  <a:schemeClr val="lt1"/>
                </a:solidFill>
                <a:latin typeface="+mn-lt"/>
                <a:ea typeface="+mn-ea"/>
                <a:cs typeface="+mn-cs"/>
              </a:defRPr>
            </a:lvl1pPr>
            <a:lvl2pPr marL="457200" algn="l" defTabSz="457200">
              <a:buNone/>
              <a:defRPr sz="1800" kern="1200">
                <a:solidFill>
                  <a:schemeClr val="lt1"/>
                </a:solidFill>
                <a:latin typeface="+mn-lt"/>
                <a:ea typeface="+mn-ea"/>
                <a:cs typeface="+mn-cs"/>
              </a:defRPr>
            </a:lvl2pPr>
            <a:lvl3pPr marL="914400" algn="l" defTabSz="457200">
              <a:buNone/>
              <a:defRPr sz="1800" kern="1200">
                <a:solidFill>
                  <a:schemeClr val="lt1"/>
                </a:solidFill>
                <a:latin typeface="+mn-lt"/>
                <a:ea typeface="+mn-ea"/>
                <a:cs typeface="+mn-cs"/>
              </a:defRPr>
            </a:lvl3pPr>
            <a:lvl4pPr marL="1371600" algn="l" defTabSz="457200">
              <a:buNone/>
              <a:defRPr sz="1800" kern="1200">
                <a:solidFill>
                  <a:schemeClr val="lt1"/>
                </a:solidFill>
                <a:latin typeface="+mn-lt"/>
                <a:ea typeface="+mn-ea"/>
                <a:cs typeface="+mn-cs"/>
              </a:defRPr>
            </a:lvl4pPr>
            <a:lvl5pPr marL="1828800" algn="l" defTabSz="457200">
              <a:buNone/>
              <a:defRPr sz="1800" kern="1200">
                <a:solidFill>
                  <a:schemeClr val="lt1"/>
                </a:solidFill>
                <a:latin typeface="+mn-lt"/>
                <a:ea typeface="+mn-ea"/>
                <a:cs typeface="+mn-cs"/>
              </a:defRPr>
            </a:lvl5pPr>
            <a:lvl6pPr marL="2286000" algn="l" defTabSz="457200">
              <a:buNone/>
              <a:defRPr sz="1800" kern="1200">
                <a:solidFill>
                  <a:schemeClr val="lt1"/>
                </a:solidFill>
                <a:latin typeface="+mn-lt"/>
                <a:ea typeface="+mn-ea"/>
                <a:cs typeface="+mn-cs"/>
              </a:defRPr>
            </a:lvl6pPr>
            <a:lvl7pPr marL="2743200" algn="l" defTabSz="457200">
              <a:buNone/>
              <a:defRPr sz="1800" kern="1200">
                <a:solidFill>
                  <a:schemeClr val="lt1"/>
                </a:solidFill>
                <a:latin typeface="+mn-lt"/>
                <a:ea typeface="+mn-ea"/>
                <a:cs typeface="+mn-cs"/>
              </a:defRPr>
            </a:lvl7pPr>
            <a:lvl8pPr marL="3200400" algn="l" defTabSz="457200">
              <a:buNone/>
              <a:defRPr sz="1800" kern="1200">
                <a:solidFill>
                  <a:schemeClr val="lt1"/>
                </a:solidFill>
                <a:latin typeface="+mn-lt"/>
                <a:ea typeface="+mn-ea"/>
                <a:cs typeface="+mn-cs"/>
              </a:defRPr>
            </a:lvl8pPr>
            <a:lvl9pPr marL="3657600" algn="l" defTabSz="457200">
              <a:buNone/>
              <a:defRPr sz="1800" kern="1200">
                <a:solidFill>
                  <a:schemeClr val="lt1"/>
                </a:solidFill>
                <a:latin typeface="+mn-lt"/>
                <a:ea typeface="+mn-ea"/>
                <a:cs typeface="+mn-cs"/>
              </a:defRPr>
            </a:lvl9pPr>
          </a:lstStyle>
          <a:p>
            <a:pPr algn="ctr">
              <a:buNone/>
              <a:defRPr sz="2500" b="1">
                <a:solidFill>
                  <a:srgbClr val="FFFFFF"/>
                </a:solidFill>
                <a:latin typeface="Times New Roman"/>
                <a:ea typeface="Times New Roman"/>
                <a:cs typeface="Times New Roman"/>
              </a:defRPr>
            </a:pPr>
            <a:r>
              <a:rPr lang="en-US" sz="2500" b="1" dirty="0">
                <a:solidFill>
                  <a:srgbClr val="FFFFFF"/>
                </a:solidFill>
                <a:latin typeface="Times New Roman"/>
                <a:ea typeface="Times New Roman"/>
                <a:cs typeface="Times New Roman"/>
              </a:rPr>
              <a:t>ABSTRACT</a:t>
            </a:r>
            <a:endParaRPr sz="2500" b="1" dirty="0">
              <a:solidFill>
                <a:srgbClr val="FFFFFF"/>
              </a:solidFill>
              <a:latin typeface="Times New Roman"/>
              <a:ea typeface="Times New Roman"/>
              <a:cs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CF5284-0425-36BA-6E45-9BB36747C870}"/>
            </a:ext>
          </a:extLst>
        </p:cNvPr>
        <p:cNvGrpSpPr/>
        <p:nvPr/>
      </p:nvGrpSpPr>
      <p:grpSpPr>
        <a:xfrm>
          <a:off x="0" y="0"/>
          <a:ext cx="0" cy="0"/>
          <a:chOff x="0" y="0"/>
          <a:chExt cx="0" cy="0"/>
        </a:xfrm>
      </p:grpSpPr>
      <p:pic>
        <p:nvPicPr>
          <p:cNvPr id="2" name="object 2">
            <a:extLst>
              <a:ext uri="{FF2B5EF4-FFF2-40B4-BE49-F238E27FC236}">
                <a16:creationId xmlns:a16="http://schemas.microsoft.com/office/drawing/2014/main" id="{31C482D1-1E75-4DD2-AFA4-82F6463B0518}"/>
              </a:ext>
            </a:extLst>
          </p:cNvPr>
          <p:cNvPicPr/>
          <p:nvPr/>
        </p:nvPicPr>
        <p:blipFill>
          <a:blip r:embed="rId2" cstate="print"/>
          <a:stretch>
            <a:fillRect/>
          </a:stretch>
        </p:blipFill>
        <p:spPr>
          <a:xfrm>
            <a:off x="10918569" y="405860"/>
            <a:ext cx="931503" cy="323776"/>
          </a:xfrm>
          <a:prstGeom prst="rect">
            <a:avLst/>
          </a:prstGeom>
        </p:spPr>
      </p:pic>
      <p:grpSp>
        <p:nvGrpSpPr>
          <p:cNvPr id="3" name="object 3">
            <a:extLst>
              <a:ext uri="{FF2B5EF4-FFF2-40B4-BE49-F238E27FC236}">
                <a16:creationId xmlns:a16="http://schemas.microsoft.com/office/drawing/2014/main" id="{E1395EAD-DEC7-8E3D-7102-1003D31953E0}"/>
              </a:ext>
            </a:extLst>
          </p:cNvPr>
          <p:cNvGrpSpPr/>
          <p:nvPr/>
        </p:nvGrpSpPr>
        <p:grpSpPr>
          <a:xfrm>
            <a:off x="-1586" y="2085975"/>
            <a:ext cx="12200255" cy="4564380"/>
            <a:chOff x="-1586" y="2085975"/>
            <a:chExt cx="12200255" cy="4564380"/>
          </a:xfrm>
        </p:grpSpPr>
        <p:sp>
          <p:nvSpPr>
            <p:cNvPr id="4" name="object 4">
              <a:extLst>
                <a:ext uri="{FF2B5EF4-FFF2-40B4-BE49-F238E27FC236}">
                  <a16:creationId xmlns:a16="http://schemas.microsoft.com/office/drawing/2014/main" id="{52F224EA-0EE7-1EB7-95D7-82E45C3D0EB9}"/>
                </a:ext>
              </a:extLst>
            </p:cNvPr>
            <p:cNvSpPr/>
            <p:nvPr/>
          </p:nvSpPr>
          <p:spPr>
            <a:xfrm>
              <a:off x="4763" y="6615112"/>
              <a:ext cx="12187555" cy="28575"/>
            </a:xfrm>
            <a:custGeom>
              <a:avLst/>
              <a:gdLst/>
              <a:ahLst/>
              <a:cxnLst/>
              <a:rect l="l" t="t" r="r" b="b"/>
              <a:pathLst>
                <a:path w="12187555" h="28575">
                  <a:moveTo>
                    <a:pt x="12187236" y="0"/>
                  </a:moveTo>
                  <a:lnTo>
                    <a:pt x="0" y="0"/>
                  </a:lnTo>
                  <a:lnTo>
                    <a:pt x="0" y="28575"/>
                  </a:lnTo>
                  <a:lnTo>
                    <a:pt x="12187236" y="28575"/>
                  </a:lnTo>
                  <a:lnTo>
                    <a:pt x="12187236" y="0"/>
                  </a:lnTo>
                  <a:close/>
                </a:path>
              </a:pathLst>
            </a:custGeom>
            <a:solidFill>
              <a:srgbClr val="E97031"/>
            </a:solidFill>
          </p:spPr>
          <p:txBody>
            <a:bodyPr wrap="square" lIns="0" tIns="0" rIns="0" bIns="0" rtlCol="0"/>
            <a:lstStyle/>
            <a:p>
              <a:endParaRPr/>
            </a:p>
          </p:txBody>
        </p:sp>
        <p:sp>
          <p:nvSpPr>
            <p:cNvPr id="5" name="object 5">
              <a:extLst>
                <a:ext uri="{FF2B5EF4-FFF2-40B4-BE49-F238E27FC236}">
                  <a16:creationId xmlns:a16="http://schemas.microsoft.com/office/drawing/2014/main" id="{8BCC461A-4C4D-DD04-02D2-56471AE27948}"/>
                </a:ext>
              </a:extLst>
            </p:cNvPr>
            <p:cNvSpPr/>
            <p:nvPr/>
          </p:nvSpPr>
          <p:spPr>
            <a:xfrm>
              <a:off x="4763" y="6615112"/>
              <a:ext cx="12187555" cy="28575"/>
            </a:xfrm>
            <a:custGeom>
              <a:avLst/>
              <a:gdLst/>
              <a:ahLst/>
              <a:cxnLst/>
              <a:rect l="l" t="t" r="r" b="b"/>
              <a:pathLst>
                <a:path w="12187555" h="28575">
                  <a:moveTo>
                    <a:pt x="12187236" y="0"/>
                  </a:moveTo>
                  <a:lnTo>
                    <a:pt x="0" y="0"/>
                  </a:lnTo>
                  <a:lnTo>
                    <a:pt x="0" y="28575"/>
                  </a:lnTo>
                  <a:lnTo>
                    <a:pt x="12187236" y="28575"/>
                  </a:lnTo>
                </a:path>
              </a:pathLst>
            </a:custGeom>
            <a:ln w="12700">
              <a:solidFill>
                <a:srgbClr val="F36F24"/>
              </a:solidFill>
            </a:ln>
          </p:spPr>
          <p:txBody>
            <a:bodyPr wrap="square" lIns="0" tIns="0" rIns="0" bIns="0" rtlCol="0"/>
            <a:lstStyle/>
            <a:p>
              <a:endParaRPr/>
            </a:p>
          </p:txBody>
        </p:sp>
        <p:pic>
          <p:nvPicPr>
            <p:cNvPr id="6" name="object 6">
              <a:extLst>
                <a:ext uri="{FF2B5EF4-FFF2-40B4-BE49-F238E27FC236}">
                  <a16:creationId xmlns:a16="http://schemas.microsoft.com/office/drawing/2014/main" id="{C3EEE5DD-AC40-CB88-1DD5-A7FDA0E0E8B6}"/>
                </a:ext>
              </a:extLst>
            </p:cNvPr>
            <p:cNvPicPr/>
            <p:nvPr/>
          </p:nvPicPr>
          <p:blipFill>
            <a:blip r:embed="rId3" cstate="print"/>
            <a:stretch>
              <a:fillRect/>
            </a:stretch>
          </p:blipFill>
          <p:spPr>
            <a:xfrm>
              <a:off x="9791699" y="2085975"/>
              <a:ext cx="2400300" cy="4495800"/>
            </a:xfrm>
            <a:prstGeom prst="rect">
              <a:avLst/>
            </a:prstGeom>
          </p:spPr>
        </p:pic>
      </p:grpSp>
      <p:sp>
        <p:nvSpPr>
          <p:cNvPr id="8" name="object 8">
            <a:extLst>
              <a:ext uri="{FF2B5EF4-FFF2-40B4-BE49-F238E27FC236}">
                <a16:creationId xmlns:a16="http://schemas.microsoft.com/office/drawing/2014/main" id="{DCB65649-1613-9EDE-4647-E9DDA55BEEC8}"/>
              </a:ext>
            </a:extLst>
          </p:cNvPr>
          <p:cNvSpPr txBox="1"/>
          <p:nvPr/>
        </p:nvSpPr>
        <p:spPr>
          <a:xfrm>
            <a:off x="954404" y="1559878"/>
            <a:ext cx="9561196" cy="4598695"/>
          </a:xfrm>
          <a:prstGeom prst="rect">
            <a:avLst/>
          </a:prstGeom>
        </p:spPr>
        <p:txBody>
          <a:bodyPr vert="horz" wrap="square" lIns="0" tIns="12700" rIns="0" bIns="0" rtlCol="0">
            <a:spAutoFit/>
          </a:bodyPr>
          <a:lstStyle/>
          <a:p>
            <a:r>
              <a:rPr lang="en-IN" sz="2000" dirty="0">
                <a:latin typeface="Times New Roman" panose="02020603050405020304" pitchFamily="18" charset="0"/>
                <a:cs typeface="Times New Roman" panose="02020603050405020304" pitchFamily="18" charset="0"/>
              </a:rPr>
              <a:t>Nowadays, thousands of movies are available on various digital platforms, making it difficult for users to select movies according to their interests. Searching manually through different movie categories, descriptions, and ratings requires considerable time and effort. Users may also miss interesting movies because they are unaware of films similar to their favourite movies.</a:t>
            </a:r>
          </a:p>
          <a:p>
            <a:r>
              <a:rPr lang="en-IN" sz="2000" dirty="0">
                <a:latin typeface="Times New Roman" panose="02020603050405020304" pitchFamily="18" charset="0"/>
                <a:cs typeface="Times New Roman" panose="02020603050405020304" pitchFamily="18" charset="0"/>
              </a:rPr>
              <a:t>Traditional searching methods may not consider multiple features, such as genres, keywords, cast, director, and user preferences, when suggesting movies. Moreover, popular or highly rated movies may not always match every user's taste. Finding movies based on specific interests, such as action, thriller, comedy, or science fiction, can also be challenging.</a:t>
            </a:r>
          </a:p>
          <a:p>
            <a:r>
              <a:rPr lang="en-IN" sz="2000" dirty="0">
                <a:latin typeface="Times New Roman" panose="02020603050405020304" pitchFamily="18" charset="0"/>
                <a:cs typeface="Times New Roman" panose="02020603050405020304" pitchFamily="18" charset="0"/>
              </a:rPr>
              <a:t>Therefore, there is a need for an automated movie recommendation system that </a:t>
            </a:r>
            <a:r>
              <a:rPr lang="en-IN" sz="2000" dirty="0" err="1">
                <a:latin typeface="Times New Roman" panose="02020603050405020304" pitchFamily="18" charset="0"/>
                <a:cs typeface="Times New Roman" panose="02020603050405020304" pitchFamily="18" charset="0"/>
              </a:rPr>
              <a:t>analyzes</a:t>
            </a:r>
            <a:r>
              <a:rPr lang="en-IN" sz="2000" dirty="0">
                <a:latin typeface="Times New Roman" panose="02020603050405020304" pitchFamily="18" charset="0"/>
                <a:cs typeface="Times New Roman" panose="02020603050405020304" pitchFamily="18" charset="0"/>
              </a:rPr>
              <a:t> movie features, identifies similarities between movies, and provides relevant suggestions. This project uses machine learning techniques such as TF-IDF, cosine similarity, </a:t>
            </a:r>
            <a:r>
              <a:rPr lang="en-IN" sz="2000" dirty="0" err="1">
                <a:latin typeface="Times New Roman" panose="02020603050405020304" pitchFamily="18" charset="0"/>
                <a:cs typeface="Times New Roman" panose="02020603050405020304" pitchFamily="18" charset="0"/>
              </a:rPr>
              <a:t>kNN</a:t>
            </a:r>
            <a:r>
              <a:rPr lang="en-IN" sz="2000" dirty="0">
                <a:latin typeface="Times New Roman" panose="02020603050405020304" pitchFamily="18" charset="0"/>
                <a:cs typeface="Times New Roman" panose="02020603050405020304" pitchFamily="18" charset="0"/>
              </a:rPr>
              <a:t>, and K-Means clustering to recommend similar movies, generate preference-based suggestions, and group movies based on ratings and popularity through an interactive </a:t>
            </a:r>
            <a:r>
              <a:rPr lang="en-IN" sz="2000" dirty="0" err="1">
                <a:latin typeface="Times New Roman" panose="02020603050405020304" pitchFamily="18" charset="0"/>
                <a:cs typeface="Times New Roman" panose="02020603050405020304" pitchFamily="18" charset="0"/>
              </a:rPr>
              <a:t>Streamlit</a:t>
            </a:r>
            <a:r>
              <a:rPr lang="en-IN" sz="2000" dirty="0">
                <a:latin typeface="Times New Roman" panose="02020603050405020304" pitchFamily="18" charset="0"/>
                <a:cs typeface="Times New Roman" panose="02020603050405020304" pitchFamily="18" charset="0"/>
              </a:rPr>
              <a:t> application.</a:t>
            </a:r>
          </a:p>
          <a:p>
            <a:endParaRPr sz="1800" dirty="0">
              <a:latin typeface="Calibri"/>
              <a:cs typeface="Calibri"/>
            </a:endParaRPr>
          </a:p>
        </p:txBody>
      </p:sp>
      <p:sp>
        <p:nvSpPr>
          <p:cNvPr id="11" name="Rounded Rectangle 2">
            <a:extLst>
              <a:ext uri="{FF2B5EF4-FFF2-40B4-BE49-F238E27FC236}">
                <a16:creationId xmlns:a16="http://schemas.microsoft.com/office/drawing/2014/main" id="{3861CFAE-4E30-EF2B-201B-D663AD5CA583}"/>
              </a:ext>
            </a:extLst>
          </p:cNvPr>
          <p:cNvSpPr>
            <a:spLocks noGrp="1"/>
          </p:cNvSpPr>
          <p:nvPr>
            <p:ph type="title"/>
          </p:nvPr>
        </p:nvSpPr>
        <p:spPr>
          <a:xfrm>
            <a:off x="1676400" y="583402"/>
            <a:ext cx="8561387" cy="504211"/>
          </a:xfrm>
          <a:prstGeom prst="roundRect">
            <a:avLst/>
          </a:prstGeom>
          <a:solidFill>
            <a:srgbClr val="F46A00"/>
          </a:solidFill>
          <a:ln>
            <a:solidFill>
              <a:srgbClr val="D65000"/>
            </a:solidFill>
          </a:ln>
        </p:spPr>
        <p:style>
          <a:lnRef idx="1">
            <a:schemeClr val="accent1"/>
          </a:lnRef>
          <a:fillRef idx="3">
            <a:schemeClr val="accent1"/>
          </a:fillRef>
          <a:effectRef idx="2">
            <a:schemeClr val="accent1"/>
          </a:effectRef>
          <a:fontRef idx="minor">
            <a:schemeClr val="lt1"/>
          </a:fontRef>
        </p:style>
        <p:txBody>
          <a:bodyPr wrap="square" anchor="ctr">
            <a:noAutofit/>
          </a:bodyPr>
          <a:lstStyle>
            <a:defPPr>
              <a:buNone/>
            </a:defPPr>
            <a:lvl1pPr marL="0" algn="l" defTabSz="457200">
              <a:buNone/>
              <a:defRPr sz="1800" kern="1200">
                <a:solidFill>
                  <a:schemeClr val="lt1"/>
                </a:solidFill>
                <a:latin typeface="+mn-lt"/>
                <a:ea typeface="+mn-ea"/>
                <a:cs typeface="+mn-cs"/>
              </a:defRPr>
            </a:lvl1pPr>
            <a:lvl2pPr marL="457200" algn="l" defTabSz="457200">
              <a:buNone/>
              <a:defRPr sz="1800" kern="1200">
                <a:solidFill>
                  <a:schemeClr val="lt1"/>
                </a:solidFill>
                <a:latin typeface="+mn-lt"/>
                <a:ea typeface="+mn-ea"/>
                <a:cs typeface="+mn-cs"/>
              </a:defRPr>
            </a:lvl2pPr>
            <a:lvl3pPr marL="914400" algn="l" defTabSz="457200">
              <a:buNone/>
              <a:defRPr sz="1800" kern="1200">
                <a:solidFill>
                  <a:schemeClr val="lt1"/>
                </a:solidFill>
                <a:latin typeface="+mn-lt"/>
                <a:ea typeface="+mn-ea"/>
                <a:cs typeface="+mn-cs"/>
              </a:defRPr>
            </a:lvl3pPr>
            <a:lvl4pPr marL="1371600" algn="l" defTabSz="457200">
              <a:buNone/>
              <a:defRPr sz="1800" kern="1200">
                <a:solidFill>
                  <a:schemeClr val="lt1"/>
                </a:solidFill>
                <a:latin typeface="+mn-lt"/>
                <a:ea typeface="+mn-ea"/>
                <a:cs typeface="+mn-cs"/>
              </a:defRPr>
            </a:lvl4pPr>
            <a:lvl5pPr marL="1828800" algn="l" defTabSz="457200">
              <a:buNone/>
              <a:defRPr sz="1800" kern="1200">
                <a:solidFill>
                  <a:schemeClr val="lt1"/>
                </a:solidFill>
                <a:latin typeface="+mn-lt"/>
                <a:ea typeface="+mn-ea"/>
                <a:cs typeface="+mn-cs"/>
              </a:defRPr>
            </a:lvl5pPr>
            <a:lvl6pPr marL="2286000" algn="l" defTabSz="457200">
              <a:buNone/>
              <a:defRPr sz="1800" kern="1200">
                <a:solidFill>
                  <a:schemeClr val="lt1"/>
                </a:solidFill>
                <a:latin typeface="+mn-lt"/>
                <a:ea typeface="+mn-ea"/>
                <a:cs typeface="+mn-cs"/>
              </a:defRPr>
            </a:lvl6pPr>
            <a:lvl7pPr marL="2743200" algn="l" defTabSz="457200">
              <a:buNone/>
              <a:defRPr sz="1800" kern="1200">
                <a:solidFill>
                  <a:schemeClr val="lt1"/>
                </a:solidFill>
                <a:latin typeface="+mn-lt"/>
                <a:ea typeface="+mn-ea"/>
                <a:cs typeface="+mn-cs"/>
              </a:defRPr>
            </a:lvl7pPr>
            <a:lvl8pPr marL="3200400" algn="l" defTabSz="457200">
              <a:buNone/>
              <a:defRPr sz="1800" kern="1200">
                <a:solidFill>
                  <a:schemeClr val="lt1"/>
                </a:solidFill>
                <a:latin typeface="+mn-lt"/>
                <a:ea typeface="+mn-ea"/>
                <a:cs typeface="+mn-cs"/>
              </a:defRPr>
            </a:lvl8pPr>
            <a:lvl9pPr marL="3657600" algn="l" defTabSz="457200">
              <a:buNone/>
              <a:defRPr sz="1800" kern="1200">
                <a:solidFill>
                  <a:schemeClr val="lt1"/>
                </a:solidFill>
                <a:latin typeface="+mn-lt"/>
                <a:ea typeface="+mn-ea"/>
                <a:cs typeface="+mn-cs"/>
              </a:defRPr>
            </a:lvl9pPr>
          </a:lstStyle>
          <a:p>
            <a:pPr algn="ctr">
              <a:buNone/>
              <a:defRPr sz="2500" b="1">
                <a:solidFill>
                  <a:srgbClr val="FFFFFF"/>
                </a:solidFill>
                <a:latin typeface="Times New Roman"/>
                <a:ea typeface="Times New Roman"/>
                <a:cs typeface="Times New Roman"/>
              </a:defRPr>
            </a:pPr>
            <a:r>
              <a:rPr lang="en-US" sz="2500" b="1" dirty="0">
                <a:solidFill>
                  <a:srgbClr val="FFFFFF"/>
                </a:solidFill>
                <a:latin typeface="Times New Roman"/>
                <a:ea typeface="Times New Roman"/>
                <a:cs typeface="Times New Roman"/>
              </a:rPr>
              <a:t>PROBLEM STATEMENT</a:t>
            </a:r>
            <a:endParaRPr sz="2500" b="1" dirty="0">
              <a:solidFill>
                <a:srgbClr val="FFFFFF"/>
              </a:solidFill>
              <a:latin typeface="Times New Roman"/>
              <a:ea typeface="Times New Roman"/>
              <a:cs typeface="Times New Roman"/>
            </a:endParaRPr>
          </a:p>
        </p:txBody>
      </p:sp>
    </p:spTree>
    <p:extLst>
      <p:ext uri="{BB962C8B-B14F-4D97-AF65-F5344CB8AC3E}">
        <p14:creationId xmlns:p14="http://schemas.microsoft.com/office/powerpoint/2010/main" val="17987565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C84FC0-2CF6-0A9B-102D-CE3FA0533C99}"/>
            </a:ext>
          </a:extLst>
        </p:cNvPr>
        <p:cNvGrpSpPr/>
        <p:nvPr/>
      </p:nvGrpSpPr>
      <p:grpSpPr>
        <a:xfrm>
          <a:off x="0" y="0"/>
          <a:ext cx="0" cy="0"/>
          <a:chOff x="0" y="0"/>
          <a:chExt cx="0" cy="0"/>
        </a:xfrm>
      </p:grpSpPr>
      <p:pic>
        <p:nvPicPr>
          <p:cNvPr id="2" name="object 2">
            <a:extLst>
              <a:ext uri="{FF2B5EF4-FFF2-40B4-BE49-F238E27FC236}">
                <a16:creationId xmlns:a16="http://schemas.microsoft.com/office/drawing/2014/main" id="{19B3AE8C-AAA3-73F1-E453-DE893857082C}"/>
              </a:ext>
            </a:extLst>
          </p:cNvPr>
          <p:cNvPicPr/>
          <p:nvPr/>
        </p:nvPicPr>
        <p:blipFill>
          <a:blip r:embed="rId2" cstate="print"/>
          <a:stretch>
            <a:fillRect/>
          </a:stretch>
        </p:blipFill>
        <p:spPr>
          <a:xfrm>
            <a:off x="10918569" y="405860"/>
            <a:ext cx="931503" cy="323776"/>
          </a:xfrm>
          <a:prstGeom prst="rect">
            <a:avLst/>
          </a:prstGeom>
        </p:spPr>
      </p:pic>
      <p:grpSp>
        <p:nvGrpSpPr>
          <p:cNvPr id="3" name="object 3">
            <a:extLst>
              <a:ext uri="{FF2B5EF4-FFF2-40B4-BE49-F238E27FC236}">
                <a16:creationId xmlns:a16="http://schemas.microsoft.com/office/drawing/2014/main" id="{32C14DD4-4D42-AE1B-DAE7-5D1F5B5CF5A5}"/>
              </a:ext>
            </a:extLst>
          </p:cNvPr>
          <p:cNvGrpSpPr/>
          <p:nvPr/>
        </p:nvGrpSpPr>
        <p:grpSpPr>
          <a:xfrm>
            <a:off x="-1586" y="2085975"/>
            <a:ext cx="12200255" cy="4564380"/>
            <a:chOff x="-1586" y="2085975"/>
            <a:chExt cx="12200255" cy="4564380"/>
          </a:xfrm>
        </p:grpSpPr>
        <p:sp>
          <p:nvSpPr>
            <p:cNvPr id="4" name="object 4">
              <a:extLst>
                <a:ext uri="{FF2B5EF4-FFF2-40B4-BE49-F238E27FC236}">
                  <a16:creationId xmlns:a16="http://schemas.microsoft.com/office/drawing/2014/main" id="{68F3F2EB-31DC-2A76-5546-1AEF3DD6EBAF}"/>
                </a:ext>
              </a:extLst>
            </p:cNvPr>
            <p:cNvSpPr/>
            <p:nvPr/>
          </p:nvSpPr>
          <p:spPr>
            <a:xfrm>
              <a:off x="4763" y="6615112"/>
              <a:ext cx="12187555" cy="28575"/>
            </a:xfrm>
            <a:custGeom>
              <a:avLst/>
              <a:gdLst/>
              <a:ahLst/>
              <a:cxnLst/>
              <a:rect l="l" t="t" r="r" b="b"/>
              <a:pathLst>
                <a:path w="12187555" h="28575">
                  <a:moveTo>
                    <a:pt x="12187236" y="0"/>
                  </a:moveTo>
                  <a:lnTo>
                    <a:pt x="0" y="0"/>
                  </a:lnTo>
                  <a:lnTo>
                    <a:pt x="0" y="28575"/>
                  </a:lnTo>
                  <a:lnTo>
                    <a:pt x="12187236" y="28575"/>
                  </a:lnTo>
                  <a:lnTo>
                    <a:pt x="12187236" y="0"/>
                  </a:lnTo>
                  <a:close/>
                </a:path>
              </a:pathLst>
            </a:custGeom>
            <a:solidFill>
              <a:srgbClr val="E97031"/>
            </a:solidFill>
          </p:spPr>
          <p:txBody>
            <a:bodyPr wrap="square" lIns="0" tIns="0" rIns="0" bIns="0" rtlCol="0"/>
            <a:lstStyle/>
            <a:p>
              <a:endParaRPr/>
            </a:p>
          </p:txBody>
        </p:sp>
        <p:sp>
          <p:nvSpPr>
            <p:cNvPr id="5" name="object 5">
              <a:extLst>
                <a:ext uri="{FF2B5EF4-FFF2-40B4-BE49-F238E27FC236}">
                  <a16:creationId xmlns:a16="http://schemas.microsoft.com/office/drawing/2014/main" id="{3ED5846A-A2E9-A037-263E-C520523FF10B}"/>
                </a:ext>
              </a:extLst>
            </p:cNvPr>
            <p:cNvSpPr/>
            <p:nvPr/>
          </p:nvSpPr>
          <p:spPr>
            <a:xfrm>
              <a:off x="4763" y="6615112"/>
              <a:ext cx="12187555" cy="28575"/>
            </a:xfrm>
            <a:custGeom>
              <a:avLst/>
              <a:gdLst/>
              <a:ahLst/>
              <a:cxnLst/>
              <a:rect l="l" t="t" r="r" b="b"/>
              <a:pathLst>
                <a:path w="12187555" h="28575">
                  <a:moveTo>
                    <a:pt x="12187236" y="0"/>
                  </a:moveTo>
                  <a:lnTo>
                    <a:pt x="0" y="0"/>
                  </a:lnTo>
                  <a:lnTo>
                    <a:pt x="0" y="28575"/>
                  </a:lnTo>
                  <a:lnTo>
                    <a:pt x="12187236" y="28575"/>
                  </a:lnTo>
                </a:path>
              </a:pathLst>
            </a:custGeom>
            <a:ln w="12700">
              <a:solidFill>
                <a:srgbClr val="F36F24"/>
              </a:solidFill>
            </a:ln>
          </p:spPr>
          <p:txBody>
            <a:bodyPr wrap="square" lIns="0" tIns="0" rIns="0" bIns="0" rtlCol="0"/>
            <a:lstStyle/>
            <a:p>
              <a:endParaRPr/>
            </a:p>
          </p:txBody>
        </p:sp>
        <p:pic>
          <p:nvPicPr>
            <p:cNvPr id="6" name="object 6">
              <a:extLst>
                <a:ext uri="{FF2B5EF4-FFF2-40B4-BE49-F238E27FC236}">
                  <a16:creationId xmlns:a16="http://schemas.microsoft.com/office/drawing/2014/main" id="{26658FBB-DE16-5802-8270-53B710AA9D8A}"/>
                </a:ext>
              </a:extLst>
            </p:cNvPr>
            <p:cNvPicPr/>
            <p:nvPr/>
          </p:nvPicPr>
          <p:blipFill>
            <a:blip r:embed="rId3" cstate="print"/>
            <a:stretch>
              <a:fillRect/>
            </a:stretch>
          </p:blipFill>
          <p:spPr>
            <a:xfrm>
              <a:off x="9791699" y="2085975"/>
              <a:ext cx="2400300" cy="4495800"/>
            </a:xfrm>
            <a:prstGeom prst="rect">
              <a:avLst/>
            </a:prstGeom>
          </p:spPr>
        </p:pic>
      </p:grpSp>
      <p:sp>
        <p:nvSpPr>
          <p:cNvPr id="8" name="object 8">
            <a:extLst>
              <a:ext uri="{FF2B5EF4-FFF2-40B4-BE49-F238E27FC236}">
                <a16:creationId xmlns:a16="http://schemas.microsoft.com/office/drawing/2014/main" id="{22BAD6F8-7054-2320-EC22-98C7BB2E8E59}"/>
              </a:ext>
            </a:extLst>
          </p:cNvPr>
          <p:cNvSpPr txBox="1"/>
          <p:nvPr/>
        </p:nvSpPr>
        <p:spPr>
          <a:xfrm>
            <a:off x="1176495" y="1974745"/>
            <a:ext cx="9561196" cy="3367589"/>
          </a:xfrm>
          <a:prstGeom prst="rect">
            <a:avLst/>
          </a:prstGeom>
        </p:spPr>
        <p:txBody>
          <a:bodyPr vert="horz" wrap="square" lIns="0" tIns="12700" rIns="0" bIns="0" rtlCol="0">
            <a:spAutoFit/>
          </a:bodyPr>
          <a:lstStyle/>
          <a:p>
            <a:pPr marL="342900" lvl="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To develop a machine learning-based movie recommendation system.</a:t>
            </a:r>
          </a:p>
          <a:p>
            <a:pPr marL="342900" lvl="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To recommend similar movies based on a selected movie.</a:t>
            </a:r>
          </a:p>
          <a:p>
            <a:pPr marL="342900" lvl="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To generate movie suggestions based on user-entered preferences.</a:t>
            </a:r>
          </a:p>
          <a:p>
            <a:pPr marL="342900" lvl="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To </a:t>
            </a:r>
            <a:r>
              <a:rPr lang="en-IN" sz="2000" dirty="0" err="1">
                <a:latin typeface="Times New Roman" panose="02020603050405020304" pitchFamily="18" charset="0"/>
                <a:cs typeface="Times New Roman" panose="02020603050405020304" pitchFamily="18" charset="0"/>
              </a:rPr>
              <a:t>analyze</a:t>
            </a:r>
            <a:r>
              <a:rPr lang="en-IN" sz="2000" dirty="0">
                <a:latin typeface="Times New Roman" panose="02020603050405020304" pitchFamily="18" charset="0"/>
                <a:cs typeface="Times New Roman" panose="02020603050405020304" pitchFamily="18" charset="0"/>
              </a:rPr>
              <a:t> movie features such as genres, keywords, cast, and director.</a:t>
            </a:r>
          </a:p>
          <a:p>
            <a:pPr marL="342900" lvl="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To use TF-IDF to convert textual movie information into numerical features.</a:t>
            </a:r>
          </a:p>
          <a:p>
            <a:pPr marL="342900" lvl="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To apply cosine similarity and </a:t>
            </a:r>
            <a:r>
              <a:rPr lang="en-IN" sz="2000" dirty="0" err="1">
                <a:latin typeface="Times New Roman" panose="02020603050405020304" pitchFamily="18" charset="0"/>
                <a:cs typeface="Times New Roman" panose="02020603050405020304" pitchFamily="18" charset="0"/>
              </a:rPr>
              <a:t>kNN</a:t>
            </a:r>
            <a:r>
              <a:rPr lang="en-IN" sz="2000" dirty="0">
                <a:latin typeface="Times New Roman" panose="02020603050405020304" pitchFamily="18" charset="0"/>
                <a:cs typeface="Times New Roman" panose="02020603050405020304" pitchFamily="18" charset="0"/>
              </a:rPr>
              <a:t> to identify similar movies.</a:t>
            </a:r>
          </a:p>
          <a:p>
            <a:pPr marL="342900" lvl="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To use K-Means clustering to group movies based on ratings and popularity.</a:t>
            </a:r>
          </a:p>
          <a:p>
            <a:pPr marL="342900" lvl="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To rank movie recommendations using text similarity and movie ratings.</a:t>
            </a:r>
          </a:p>
          <a:p>
            <a:pPr marL="342900" lvl="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To develop a simple and interactive web application using </a:t>
            </a:r>
            <a:r>
              <a:rPr lang="en-IN" sz="2000" dirty="0" err="1">
                <a:latin typeface="Times New Roman" panose="02020603050405020304" pitchFamily="18" charset="0"/>
                <a:cs typeface="Times New Roman" panose="02020603050405020304" pitchFamily="18" charset="0"/>
              </a:rPr>
              <a:t>Streamlit</a:t>
            </a:r>
            <a:r>
              <a:rPr lang="en-IN" sz="2000" dirty="0">
                <a:latin typeface="Times New Roman" panose="02020603050405020304" pitchFamily="18" charset="0"/>
                <a:cs typeface="Times New Roman" panose="02020603050405020304" pitchFamily="18" charset="0"/>
              </a:rPr>
              <a:t> for displaying recommendations.</a:t>
            </a:r>
          </a:p>
          <a:p>
            <a:endParaRPr sz="1800" dirty="0">
              <a:latin typeface="Calibri"/>
              <a:cs typeface="Calibri"/>
            </a:endParaRPr>
          </a:p>
        </p:txBody>
      </p:sp>
      <p:sp>
        <p:nvSpPr>
          <p:cNvPr id="11" name="Rounded Rectangle 2">
            <a:extLst>
              <a:ext uri="{FF2B5EF4-FFF2-40B4-BE49-F238E27FC236}">
                <a16:creationId xmlns:a16="http://schemas.microsoft.com/office/drawing/2014/main" id="{C84FE2E6-096B-3146-E72B-C17C2BE83186}"/>
              </a:ext>
            </a:extLst>
          </p:cNvPr>
          <p:cNvSpPr>
            <a:spLocks noGrp="1"/>
          </p:cNvSpPr>
          <p:nvPr>
            <p:ph type="title"/>
          </p:nvPr>
        </p:nvSpPr>
        <p:spPr>
          <a:xfrm>
            <a:off x="1676400" y="583402"/>
            <a:ext cx="8561387" cy="504211"/>
          </a:xfrm>
          <a:prstGeom prst="roundRect">
            <a:avLst/>
          </a:prstGeom>
          <a:solidFill>
            <a:srgbClr val="F46A00"/>
          </a:solidFill>
          <a:ln>
            <a:solidFill>
              <a:srgbClr val="D65000"/>
            </a:solidFill>
          </a:ln>
        </p:spPr>
        <p:style>
          <a:lnRef idx="1">
            <a:schemeClr val="accent1"/>
          </a:lnRef>
          <a:fillRef idx="3">
            <a:schemeClr val="accent1"/>
          </a:fillRef>
          <a:effectRef idx="2">
            <a:schemeClr val="accent1"/>
          </a:effectRef>
          <a:fontRef idx="minor">
            <a:schemeClr val="lt1"/>
          </a:fontRef>
        </p:style>
        <p:txBody>
          <a:bodyPr wrap="square" anchor="ctr">
            <a:noAutofit/>
          </a:bodyPr>
          <a:lstStyle>
            <a:defPPr>
              <a:buNone/>
            </a:defPPr>
            <a:lvl1pPr marL="0" algn="l" defTabSz="457200">
              <a:buNone/>
              <a:defRPr sz="1800" kern="1200">
                <a:solidFill>
                  <a:schemeClr val="lt1"/>
                </a:solidFill>
                <a:latin typeface="+mn-lt"/>
                <a:ea typeface="+mn-ea"/>
                <a:cs typeface="+mn-cs"/>
              </a:defRPr>
            </a:lvl1pPr>
            <a:lvl2pPr marL="457200" algn="l" defTabSz="457200">
              <a:buNone/>
              <a:defRPr sz="1800" kern="1200">
                <a:solidFill>
                  <a:schemeClr val="lt1"/>
                </a:solidFill>
                <a:latin typeface="+mn-lt"/>
                <a:ea typeface="+mn-ea"/>
                <a:cs typeface="+mn-cs"/>
              </a:defRPr>
            </a:lvl2pPr>
            <a:lvl3pPr marL="914400" algn="l" defTabSz="457200">
              <a:buNone/>
              <a:defRPr sz="1800" kern="1200">
                <a:solidFill>
                  <a:schemeClr val="lt1"/>
                </a:solidFill>
                <a:latin typeface="+mn-lt"/>
                <a:ea typeface="+mn-ea"/>
                <a:cs typeface="+mn-cs"/>
              </a:defRPr>
            </a:lvl3pPr>
            <a:lvl4pPr marL="1371600" algn="l" defTabSz="457200">
              <a:buNone/>
              <a:defRPr sz="1800" kern="1200">
                <a:solidFill>
                  <a:schemeClr val="lt1"/>
                </a:solidFill>
                <a:latin typeface="+mn-lt"/>
                <a:ea typeface="+mn-ea"/>
                <a:cs typeface="+mn-cs"/>
              </a:defRPr>
            </a:lvl4pPr>
            <a:lvl5pPr marL="1828800" algn="l" defTabSz="457200">
              <a:buNone/>
              <a:defRPr sz="1800" kern="1200">
                <a:solidFill>
                  <a:schemeClr val="lt1"/>
                </a:solidFill>
                <a:latin typeface="+mn-lt"/>
                <a:ea typeface="+mn-ea"/>
                <a:cs typeface="+mn-cs"/>
              </a:defRPr>
            </a:lvl5pPr>
            <a:lvl6pPr marL="2286000" algn="l" defTabSz="457200">
              <a:buNone/>
              <a:defRPr sz="1800" kern="1200">
                <a:solidFill>
                  <a:schemeClr val="lt1"/>
                </a:solidFill>
                <a:latin typeface="+mn-lt"/>
                <a:ea typeface="+mn-ea"/>
                <a:cs typeface="+mn-cs"/>
              </a:defRPr>
            </a:lvl6pPr>
            <a:lvl7pPr marL="2743200" algn="l" defTabSz="457200">
              <a:buNone/>
              <a:defRPr sz="1800" kern="1200">
                <a:solidFill>
                  <a:schemeClr val="lt1"/>
                </a:solidFill>
                <a:latin typeface="+mn-lt"/>
                <a:ea typeface="+mn-ea"/>
                <a:cs typeface="+mn-cs"/>
              </a:defRPr>
            </a:lvl7pPr>
            <a:lvl8pPr marL="3200400" algn="l" defTabSz="457200">
              <a:buNone/>
              <a:defRPr sz="1800" kern="1200">
                <a:solidFill>
                  <a:schemeClr val="lt1"/>
                </a:solidFill>
                <a:latin typeface="+mn-lt"/>
                <a:ea typeface="+mn-ea"/>
                <a:cs typeface="+mn-cs"/>
              </a:defRPr>
            </a:lvl8pPr>
            <a:lvl9pPr marL="3657600" algn="l" defTabSz="457200">
              <a:buNone/>
              <a:defRPr sz="1800" kern="1200">
                <a:solidFill>
                  <a:schemeClr val="lt1"/>
                </a:solidFill>
                <a:latin typeface="+mn-lt"/>
                <a:ea typeface="+mn-ea"/>
                <a:cs typeface="+mn-cs"/>
              </a:defRPr>
            </a:lvl9pPr>
          </a:lstStyle>
          <a:p>
            <a:pPr algn="ctr">
              <a:buNone/>
              <a:defRPr sz="2500" b="1">
                <a:solidFill>
                  <a:srgbClr val="FFFFFF"/>
                </a:solidFill>
                <a:latin typeface="Times New Roman"/>
                <a:ea typeface="Times New Roman"/>
                <a:cs typeface="Times New Roman"/>
              </a:defRPr>
            </a:pPr>
            <a:r>
              <a:rPr lang="en-US" sz="2500" b="1" dirty="0">
                <a:solidFill>
                  <a:srgbClr val="FFFFFF"/>
                </a:solidFill>
                <a:latin typeface="Times New Roman"/>
                <a:ea typeface="Times New Roman"/>
                <a:cs typeface="Times New Roman"/>
              </a:rPr>
              <a:t>OBJECTIVES</a:t>
            </a:r>
            <a:endParaRPr sz="2500" b="1" dirty="0">
              <a:solidFill>
                <a:srgbClr val="FFFFFF"/>
              </a:solidFill>
              <a:latin typeface="Times New Roman"/>
              <a:ea typeface="Times New Roman"/>
              <a:cs typeface="Times New Roman"/>
            </a:endParaRPr>
          </a:p>
        </p:txBody>
      </p:sp>
    </p:spTree>
    <p:extLst>
      <p:ext uri="{BB962C8B-B14F-4D97-AF65-F5344CB8AC3E}">
        <p14:creationId xmlns:p14="http://schemas.microsoft.com/office/powerpoint/2010/main" val="39027957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E668AF-E182-2DE9-84D2-909346DB42D2}"/>
            </a:ext>
          </a:extLst>
        </p:cNvPr>
        <p:cNvGrpSpPr/>
        <p:nvPr/>
      </p:nvGrpSpPr>
      <p:grpSpPr>
        <a:xfrm>
          <a:off x="0" y="0"/>
          <a:ext cx="0" cy="0"/>
          <a:chOff x="0" y="0"/>
          <a:chExt cx="0" cy="0"/>
        </a:xfrm>
      </p:grpSpPr>
      <p:pic>
        <p:nvPicPr>
          <p:cNvPr id="2" name="object 2">
            <a:extLst>
              <a:ext uri="{FF2B5EF4-FFF2-40B4-BE49-F238E27FC236}">
                <a16:creationId xmlns:a16="http://schemas.microsoft.com/office/drawing/2014/main" id="{9DF831BE-127D-0C36-5AF9-C5118FD43DA2}"/>
              </a:ext>
            </a:extLst>
          </p:cNvPr>
          <p:cNvPicPr/>
          <p:nvPr/>
        </p:nvPicPr>
        <p:blipFill>
          <a:blip r:embed="rId2" cstate="print"/>
          <a:stretch>
            <a:fillRect/>
          </a:stretch>
        </p:blipFill>
        <p:spPr>
          <a:xfrm>
            <a:off x="10918569" y="405860"/>
            <a:ext cx="931503" cy="323776"/>
          </a:xfrm>
          <a:prstGeom prst="rect">
            <a:avLst/>
          </a:prstGeom>
        </p:spPr>
      </p:pic>
      <p:grpSp>
        <p:nvGrpSpPr>
          <p:cNvPr id="3" name="object 3">
            <a:extLst>
              <a:ext uri="{FF2B5EF4-FFF2-40B4-BE49-F238E27FC236}">
                <a16:creationId xmlns:a16="http://schemas.microsoft.com/office/drawing/2014/main" id="{150BECD6-ABEE-2577-D070-7B8B1005770C}"/>
              </a:ext>
            </a:extLst>
          </p:cNvPr>
          <p:cNvGrpSpPr/>
          <p:nvPr/>
        </p:nvGrpSpPr>
        <p:grpSpPr>
          <a:xfrm>
            <a:off x="-1586" y="2085975"/>
            <a:ext cx="12200255" cy="4564380"/>
            <a:chOff x="-1586" y="2085975"/>
            <a:chExt cx="12200255" cy="4564380"/>
          </a:xfrm>
        </p:grpSpPr>
        <p:sp>
          <p:nvSpPr>
            <p:cNvPr id="4" name="object 4">
              <a:extLst>
                <a:ext uri="{FF2B5EF4-FFF2-40B4-BE49-F238E27FC236}">
                  <a16:creationId xmlns:a16="http://schemas.microsoft.com/office/drawing/2014/main" id="{4A28E248-7597-A15F-06F1-D22425D4B5D4}"/>
                </a:ext>
              </a:extLst>
            </p:cNvPr>
            <p:cNvSpPr/>
            <p:nvPr/>
          </p:nvSpPr>
          <p:spPr>
            <a:xfrm>
              <a:off x="4763" y="6615112"/>
              <a:ext cx="12187555" cy="28575"/>
            </a:xfrm>
            <a:custGeom>
              <a:avLst/>
              <a:gdLst/>
              <a:ahLst/>
              <a:cxnLst/>
              <a:rect l="l" t="t" r="r" b="b"/>
              <a:pathLst>
                <a:path w="12187555" h="28575">
                  <a:moveTo>
                    <a:pt x="12187236" y="0"/>
                  </a:moveTo>
                  <a:lnTo>
                    <a:pt x="0" y="0"/>
                  </a:lnTo>
                  <a:lnTo>
                    <a:pt x="0" y="28575"/>
                  </a:lnTo>
                  <a:lnTo>
                    <a:pt x="12187236" y="28575"/>
                  </a:lnTo>
                  <a:lnTo>
                    <a:pt x="12187236" y="0"/>
                  </a:lnTo>
                  <a:close/>
                </a:path>
              </a:pathLst>
            </a:custGeom>
            <a:solidFill>
              <a:srgbClr val="E97031"/>
            </a:solidFill>
          </p:spPr>
          <p:txBody>
            <a:bodyPr wrap="square" lIns="0" tIns="0" rIns="0" bIns="0" rtlCol="0"/>
            <a:lstStyle/>
            <a:p>
              <a:endParaRPr/>
            </a:p>
          </p:txBody>
        </p:sp>
        <p:sp>
          <p:nvSpPr>
            <p:cNvPr id="5" name="object 5">
              <a:extLst>
                <a:ext uri="{FF2B5EF4-FFF2-40B4-BE49-F238E27FC236}">
                  <a16:creationId xmlns:a16="http://schemas.microsoft.com/office/drawing/2014/main" id="{19C715B9-3223-11B6-77AA-E641243AF4C5}"/>
                </a:ext>
              </a:extLst>
            </p:cNvPr>
            <p:cNvSpPr/>
            <p:nvPr/>
          </p:nvSpPr>
          <p:spPr>
            <a:xfrm>
              <a:off x="4763" y="6615112"/>
              <a:ext cx="12187555" cy="28575"/>
            </a:xfrm>
            <a:custGeom>
              <a:avLst/>
              <a:gdLst/>
              <a:ahLst/>
              <a:cxnLst/>
              <a:rect l="l" t="t" r="r" b="b"/>
              <a:pathLst>
                <a:path w="12187555" h="28575">
                  <a:moveTo>
                    <a:pt x="12187236" y="0"/>
                  </a:moveTo>
                  <a:lnTo>
                    <a:pt x="0" y="0"/>
                  </a:lnTo>
                  <a:lnTo>
                    <a:pt x="0" y="28575"/>
                  </a:lnTo>
                  <a:lnTo>
                    <a:pt x="12187236" y="28575"/>
                  </a:lnTo>
                </a:path>
              </a:pathLst>
            </a:custGeom>
            <a:ln w="12700">
              <a:solidFill>
                <a:srgbClr val="F36F24"/>
              </a:solidFill>
            </a:ln>
          </p:spPr>
          <p:txBody>
            <a:bodyPr wrap="square" lIns="0" tIns="0" rIns="0" bIns="0" rtlCol="0"/>
            <a:lstStyle/>
            <a:p>
              <a:endParaRPr/>
            </a:p>
          </p:txBody>
        </p:sp>
        <p:pic>
          <p:nvPicPr>
            <p:cNvPr id="6" name="object 6">
              <a:extLst>
                <a:ext uri="{FF2B5EF4-FFF2-40B4-BE49-F238E27FC236}">
                  <a16:creationId xmlns:a16="http://schemas.microsoft.com/office/drawing/2014/main" id="{EC85CDB0-C9B9-EDE6-3392-B76D769F5C17}"/>
                </a:ext>
              </a:extLst>
            </p:cNvPr>
            <p:cNvPicPr/>
            <p:nvPr/>
          </p:nvPicPr>
          <p:blipFill>
            <a:blip r:embed="rId3" cstate="print"/>
            <a:stretch>
              <a:fillRect/>
            </a:stretch>
          </p:blipFill>
          <p:spPr>
            <a:xfrm>
              <a:off x="9791699" y="2085975"/>
              <a:ext cx="2400300" cy="4495800"/>
            </a:xfrm>
            <a:prstGeom prst="rect">
              <a:avLst/>
            </a:prstGeom>
          </p:spPr>
        </p:pic>
      </p:grpSp>
      <p:sp>
        <p:nvSpPr>
          <p:cNvPr id="11" name="Rounded Rectangle 2">
            <a:extLst>
              <a:ext uri="{FF2B5EF4-FFF2-40B4-BE49-F238E27FC236}">
                <a16:creationId xmlns:a16="http://schemas.microsoft.com/office/drawing/2014/main" id="{DFCADD99-39B8-E705-49A4-2F980D13BFCD}"/>
              </a:ext>
            </a:extLst>
          </p:cNvPr>
          <p:cNvSpPr>
            <a:spLocks noGrp="1"/>
          </p:cNvSpPr>
          <p:nvPr>
            <p:ph type="title"/>
          </p:nvPr>
        </p:nvSpPr>
        <p:spPr>
          <a:xfrm>
            <a:off x="1676400" y="583402"/>
            <a:ext cx="8561387" cy="504211"/>
          </a:xfrm>
          <a:prstGeom prst="roundRect">
            <a:avLst/>
          </a:prstGeom>
          <a:solidFill>
            <a:srgbClr val="F46A00"/>
          </a:solidFill>
          <a:ln>
            <a:solidFill>
              <a:srgbClr val="D65000"/>
            </a:solidFill>
          </a:ln>
        </p:spPr>
        <p:style>
          <a:lnRef idx="1">
            <a:schemeClr val="accent1"/>
          </a:lnRef>
          <a:fillRef idx="3">
            <a:schemeClr val="accent1"/>
          </a:fillRef>
          <a:effectRef idx="2">
            <a:schemeClr val="accent1"/>
          </a:effectRef>
          <a:fontRef idx="minor">
            <a:schemeClr val="lt1"/>
          </a:fontRef>
        </p:style>
        <p:txBody>
          <a:bodyPr wrap="square" anchor="ctr">
            <a:noAutofit/>
          </a:bodyPr>
          <a:lstStyle>
            <a:defPPr>
              <a:buNone/>
            </a:defPPr>
            <a:lvl1pPr marL="0" algn="l" defTabSz="457200">
              <a:buNone/>
              <a:defRPr sz="1800" kern="1200">
                <a:solidFill>
                  <a:schemeClr val="lt1"/>
                </a:solidFill>
                <a:latin typeface="+mn-lt"/>
                <a:ea typeface="+mn-ea"/>
                <a:cs typeface="+mn-cs"/>
              </a:defRPr>
            </a:lvl1pPr>
            <a:lvl2pPr marL="457200" algn="l" defTabSz="457200">
              <a:buNone/>
              <a:defRPr sz="1800" kern="1200">
                <a:solidFill>
                  <a:schemeClr val="lt1"/>
                </a:solidFill>
                <a:latin typeface="+mn-lt"/>
                <a:ea typeface="+mn-ea"/>
                <a:cs typeface="+mn-cs"/>
              </a:defRPr>
            </a:lvl2pPr>
            <a:lvl3pPr marL="914400" algn="l" defTabSz="457200">
              <a:buNone/>
              <a:defRPr sz="1800" kern="1200">
                <a:solidFill>
                  <a:schemeClr val="lt1"/>
                </a:solidFill>
                <a:latin typeface="+mn-lt"/>
                <a:ea typeface="+mn-ea"/>
                <a:cs typeface="+mn-cs"/>
              </a:defRPr>
            </a:lvl3pPr>
            <a:lvl4pPr marL="1371600" algn="l" defTabSz="457200">
              <a:buNone/>
              <a:defRPr sz="1800" kern="1200">
                <a:solidFill>
                  <a:schemeClr val="lt1"/>
                </a:solidFill>
                <a:latin typeface="+mn-lt"/>
                <a:ea typeface="+mn-ea"/>
                <a:cs typeface="+mn-cs"/>
              </a:defRPr>
            </a:lvl4pPr>
            <a:lvl5pPr marL="1828800" algn="l" defTabSz="457200">
              <a:buNone/>
              <a:defRPr sz="1800" kern="1200">
                <a:solidFill>
                  <a:schemeClr val="lt1"/>
                </a:solidFill>
                <a:latin typeface="+mn-lt"/>
                <a:ea typeface="+mn-ea"/>
                <a:cs typeface="+mn-cs"/>
              </a:defRPr>
            </a:lvl5pPr>
            <a:lvl6pPr marL="2286000" algn="l" defTabSz="457200">
              <a:buNone/>
              <a:defRPr sz="1800" kern="1200">
                <a:solidFill>
                  <a:schemeClr val="lt1"/>
                </a:solidFill>
                <a:latin typeface="+mn-lt"/>
                <a:ea typeface="+mn-ea"/>
                <a:cs typeface="+mn-cs"/>
              </a:defRPr>
            </a:lvl6pPr>
            <a:lvl7pPr marL="2743200" algn="l" defTabSz="457200">
              <a:buNone/>
              <a:defRPr sz="1800" kern="1200">
                <a:solidFill>
                  <a:schemeClr val="lt1"/>
                </a:solidFill>
                <a:latin typeface="+mn-lt"/>
                <a:ea typeface="+mn-ea"/>
                <a:cs typeface="+mn-cs"/>
              </a:defRPr>
            </a:lvl7pPr>
            <a:lvl8pPr marL="3200400" algn="l" defTabSz="457200">
              <a:buNone/>
              <a:defRPr sz="1800" kern="1200">
                <a:solidFill>
                  <a:schemeClr val="lt1"/>
                </a:solidFill>
                <a:latin typeface="+mn-lt"/>
                <a:ea typeface="+mn-ea"/>
                <a:cs typeface="+mn-cs"/>
              </a:defRPr>
            </a:lvl8pPr>
            <a:lvl9pPr marL="3657600" algn="l" defTabSz="457200">
              <a:buNone/>
              <a:defRPr sz="1800" kern="1200">
                <a:solidFill>
                  <a:schemeClr val="lt1"/>
                </a:solidFill>
                <a:latin typeface="+mn-lt"/>
                <a:ea typeface="+mn-ea"/>
                <a:cs typeface="+mn-cs"/>
              </a:defRPr>
            </a:lvl9pPr>
          </a:lstStyle>
          <a:p>
            <a:pPr algn="ctr">
              <a:defRPr sz="2500" b="1">
                <a:solidFill>
                  <a:srgbClr val="FFFFFF"/>
                </a:solidFill>
                <a:latin typeface="Times New Roman"/>
                <a:ea typeface="Times New Roman"/>
                <a:cs typeface="Times New Roman"/>
              </a:defRPr>
            </a:pPr>
            <a:r>
              <a:rPr lang="en-IN" sz="2500" b="1" dirty="0">
                <a:solidFill>
                  <a:srgbClr val="FFFFFF"/>
                </a:solidFill>
                <a:latin typeface="Times New Roman"/>
              </a:rPr>
              <a:t>Existing System vs Proposed System</a:t>
            </a:r>
            <a:endParaRPr sz="2500" b="1" dirty="0">
              <a:solidFill>
                <a:srgbClr val="FFFFFF"/>
              </a:solidFill>
              <a:latin typeface="Times New Roman"/>
              <a:ea typeface="Times New Roman"/>
              <a:cs typeface="Times New Roman"/>
            </a:endParaRPr>
          </a:p>
        </p:txBody>
      </p:sp>
      <p:graphicFrame>
        <p:nvGraphicFramePr>
          <p:cNvPr id="7" name="Table 6">
            <a:extLst>
              <a:ext uri="{FF2B5EF4-FFF2-40B4-BE49-F238E27FC236}">
                <a16:creationId xmlns:a16="http://schemas.microsoft.com/office/drawing/2014/main" id="{B5D5AC5D-4FE4-1BB8-9F44-5440900DC67A}"/>
              </a:ext>
            </a:extLst>
          </p:cNvPr>
          <p:cNvGraphicFramePr>
            <a:graphicFrameLocks noGrp="1"/>
          </p:cNvGraphicFramePr>
          <p:nvPr>
            <p:extLst>
              <p:ext uri="{D42A27DB-BD31-4B8C-83A1-F6EECF244321}">
                <p14:modId xmlns:p14="http://schemas.microsoft.com/office/powerpoint/2010/main" val="382444268"/>
              </p:ext>
            </p:extLst>
          </p:nvPr>
        </p:nvGraphicFramePr>
        <p:xfrm>
          <a:off x="1405466" y="2085975"/>
          <a:ext cx="8832321" cy="2461526"/>
        </p:xfrm>
        <a:graphic>
          <a:graphicData uri="http://schemas.openxmlformats.org/drawingml/2006/table">
            <a:tbl>
              <a:tblPr>
                <a:tableStyleId>{5C22544A-7EE6-4342-B048-85BDC9FD1C3A}</a:tableStyleId>
              </a:tblPr>
              <a:tblGrid>
                <a:gridCol w="4323712">
                  <a:extLst>
                    <a:ext uri="{9D8B030D-6E8A-4147-A177-3AD203B41FA5}">
                      <a16:colId xmlns:a16="http://schemas.microsoft.com/office/drawing/2014/main" val="2423419579"/>
                    </a:ext>
                  </a:extLst>
                </a:gridCol>
                <a:gridCol w="4508609">
                  <a:extLst>
                    <a:ext uri="{9D8B030D-6E8A-4147-A177-3AD203B41FA5}">
                      <a16:colId xmlns:a16="http://schemas.microsoft.com/office/drawing/2014/main" val="452357578"/>
                    </a:ext>
                  </a:extLst>
                </a:gridCol>
              </a:tblGrid>
              <a:tr h="405263">
                <a:tc>
                  <a:txBody>
                    <a:bodyPr/>
                    <a:lstStyle/>
                    <a:p>
                      <a:pPr algn="ctr">
                        <a:buNone/>
                      </a:pPr>
                      <a:r>
                        <a:rPr lang="en-IN" b="1" dirty="0"/>
                        <a:t>Existing system</a:t>
                      </a:r>
                    </a:p>
                  </a:txBody>
                  <a:tcPr anchor="ctr"/>
                </a:tc>
                <a:tc>
                  <a:txBody>
                    <a:bodyPr/>
                    <a:lstStyle/>
                    <a:p>
                      <a:pPr algn="ctr">
                        <a:buNone/>
                      </a:pPr>
                      <a:r>
                        <a:rPr lang="en-IN" b="1" dirty="0"/>
                        <a:t>Proposed system</a:t>
                      </a:r>
                    </a:p>
                  </a:txBody>
                  <a:tcPr anchor="ctr"/>
                </a:tc>
                <a:extLst>
                  <a:ext uri="{0D108BD9-81ED-4DB2-BD59-A6C34878D82A}">
                    <a16:rowId xmlns:a16="http://schemas.microsoft.com/office/drawing/2014/main" val="804074268"/>
                  </a:ext>
                </a:extLst>
              </a:tr>
              <a:tr h="405263">
                <a:tc>
                  <a:txBody>
                    <a:bodyPr/>
                    <a:lstStyle/>
                    <a:p>
                      <a:pPr>
                        <a:buNone/>
                      </a:pPr>
                      <a:r>
                        <a:rPr lang="en-IN"/>
                        <a:t>Manual movie searching</a:t>
                      </a:r>
                    </a:p>
                  </a:txBody>
                  <a:tcPr anchor="ctr"/>
                </a:tc>
                <a:tc>
                  <a:txBody>
                    <a:bodyPr/>
                    <a:lstStyle/>
                    <a:p>
                      <a:pPr>
                        <a:buNone/>
                      </a:pPr>
                      <a:r>
                        <a:rPr lang="en-IN"/>
                        <a:t>Automated recommendations</a:t>
                      </a:r>
                    </a:p>
                  </a:txBody>
                  <a:tcPr anchor="ctr"/>
                </a:tc>
                <a:extLst>
                  <a:ext uri="{0D108BD9-81ED-4DB2-BD59-A6C34878D82A}">
                    <a16:rowId xmlns:a16="http://schemas.microsoft.com/office/drawing/2014/main" val="3166572431"/>
                  </a:ext>
                </a:extLst>
              </a:tr>
              <a:tr h="405263">
                <a:tc>
                  <a:txBody>
                    <a:bodyPr/>
                    <a:lstStyle/>
                    <a:p>
                      <a:pPr>
                        <a:buNone/>
                      </a:pPr>
                      <a:r>
                        <a:rPr lang="en-IN"/>
                        <a:t>Users browse many movies</a:t>
                      </a:r>
                    </a:p>
                  </a:txBody>
                  <a:tcPr anchor="ctr"/>
                </a:tc>
                <a:tc>
                  <a:txBody>
                    <a:bodyPr/>
                    <a:lstStyle/>
                    <a:p>
                      <a:pPr>
                        <a:buNone/>
                      </a:pPr>
                      <a:r>
                        <a:rPr lang="en-IN"/>
                        <a:t>Users receive ranked suggestions</a:t>
                      </a:r>
                    </a:p>
                  </a:txBody>
                  <a:tcPr anchor="ctr"/>
                </a:tc>
                <a:extLst>
                  <a:ext uri="{0D108BD9-81ED-4DB2-BD59-A6C34878D82A}">
                    <a16:rowId xmlns:a16="http://schemas.microsoft.com/office/drawing/2014/main" val="4188731654"/>
                  </a:ext>
                </a:extLst>
              </a:tr>
              <a:tr h="435211">
                <a:tc>
                  <a:txBody>
                    <a:bodyPr/>
                    <a:lstStyle/>
                    <a:p>
                      <a:pPr>
                        <a:buNone/>
                      </a:pPr>
                      <a:r>
                        <a:rPr lang="en-IN"/>
                        <a:t>Limited personalization</a:t>
                      </a:r>
                    </a:p>
                  </a:txBody>
                  <a:tcPr anchor="ctr"/>
                </a:tc>
                <a:tc>
                  <a:txBody>
                    <a:bodyPr/>
                    <a:lstStyle/>
                    <a:p>
                      <a:pPr>
                        <a:buNone/>
                      </a:pPr>
                      <a:r>
                        <a:rPr lang="en-IN"/>
                        <a:t>Supports text-based preferences</a:t>
                      </a:r>
                    </a:p>
                  </a:txBody>
                  <a:tcPr anchor="ctr"/>
                </a:tc>
                <a:extLst>
                  <a:ext uri="{0D108BD9-81ED-4DB2-BD59-A6C34878D82A}">
                    <a16:rowId xmlns:a16="http://schemas.microsoft.com/office/drawing/2014/main" val="4225876156"/>
                  </a:ext>
                </a:extLst>
              </a:tr>
              <a:tr h="405263">
                <a:tc>
                  <a:txBody>
                    <a:bodyPr/>
                    <a:lstStyle/>
                    <a:p>
                      <a:pPr>
                        <a:buNone/>
                      </a:pPr>
                      <a:r>
                        <a:rPr lang="en-IN"/>
                        <a:t>Difficult to explore related movies</a:t>
                      </a:r>
                    </a:p>
                  </a:txBody>
                  <a:tcPr anchor="ctr"/>
                </a:tc>
                <a:tc>
                  <a:txBody>
                    <a:bodyPr/>
                    <a:lstStyle/>
                    <a:p>
                      <a:pPr>
                        <a:buNone/>
                      </a:pPr>
                      <a:r>
                        <a:rPr lang="en-IN"/>
                        <a:t>Finds similar movies using ML</a:t>
                      </a:r>
                    </a:p>
                  </a:txBody>
                  <a:tcPr anchor="ctr"/>
                </a:tc>
                <a:extLst>
                  <a:ext uri="{0D108BD9-81ED-4DB2-BD59-A6C34878D82A}">
                    <a16:rowId xmlns:a16="http://schemas.microsoft.com/office/drawing/2014/main" val="3811002219"/>
                  </a:ext>
                </a:extLst>
              </a:tr>
              <a:tr h="405263">
                <a:tc>
                  <a:txBody>
                    <a:bodyPr/>
                    <a:lstStyle/>
                    <a:p>
                      <a:pPr>
                        <a:buNone/>
                      </a:pPr>
                      <a:r>
                        <a:rPr lang="en-IN"/>
                        <a:t>No dedicated grouping feature</a:t>
                      </a:r>
                    </a:p>
                  </a:txBody>
                  <a:tcPr anchor="ctr"/>
                </a:tc>
                <a:tc>
                  <a:txBody>
                    <a:bodyPr/>
                    <a:lstStyle/>
                    <a:p>
                      <a:pPr>
                        <a:buNone/>
                      </a:pPr>
                      <a:r>
                        <a:rPr lang="en-IN" dirty="0"/>
                        <a:t>Groups movies into clusters</a:t>
                      </a:r>
                    </a:p>
                  </a:txBody>
                  <a:tcPr anchor="ctr"/>
                </a:tc>
                <a:extLst>
                  <a:ext uri="{0D108BD9-81ED-4DB2-BD59-A6C34878D82A}">
                    <a16:rowId xmlns:a16="http://schemas.microsoft.com/office/drawing/2014/main" val="61266384"/>
                  </a:ext>
                </a:extLst>
              </a:tr>
            </a:tbl>
          </a:graphicData>
        </a:graphic>
      </p:graphicFrame>
    </p:spTree>
    <p:extLst>
      <p:ext uri="{BB962C8B-B14F-4D97-AF65-F5344CB8AC3E}">
        <p14:creationId xmlns:p14="http://schemas.microsoft.com/office/powerpoint/2010/main" val="37741480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204019-2BFB-5C6F-C487-DDA6AE423ECF}"/>
            </a:ext>
          </a:extLst>
        </p:cNvPr>
        <p:cNvGrpSpPr/>
        <p:nvPr/>
      </p:nvGrpSpPr>
      <p:grpSpPr>
        <a:xfrm>
          <a:off x="0" y="0"/>
          <a:ext cx="0" cy="0"/>
          <a:chOff x="0" y="0"/>
          <a:chExt cx="0" cy="0"/>
        </a:xfrm>
      </p:grpSpPr>
      <p:pic>
        <p:nvPicPr>
          <p:cNvPr id="2" name="object 2">
            <a:extLst>
              <a:ext uri="{FF2B5EF4-FFF2-40B4-BE49-F238E27FC236}">
                <a16:creationId xmlns:a16="http://schemas.microsoft.com/office/drawing/2014/main" id="{5ECB10B3-8D85-538D-2CF0-44F4A272C275}"/>
              </a:ext>
            </a:extLst>
          </p:cNvPr>
          <p:cNvPicPr/>
          <p:nvPr/>
        </p:nvPicPr>
        <p:blipFill>
          <a:blip r:embed="rId2" cstate="print"/>
          <a:stretch>
            <a:fillRect/>
          </a:stretch>
        </p:blipFill>
        <p:spPr>
          <a:xfrm>
            <a:off x="10918569" y="405860"/>
            <a:ext cx="931503" cy="323776"/>
          </a:xfrm>
          <a:prstGeom prst="rect">
            <a:avLst/>
          </a:prstGeom>
        </p:spPr>
      </p:pic>
      <p:grpSp>
        <p:nvGrpSpPr>
          <p:cNvPr id="3" name="object 3">
            <a:extLst>
              <a:ext uri="{FF2B5EF4-FFF2-40B4-BE49-F238E27FC236}">
                <a16:creationId xmlns:a16="http://schemas.microsoft.com/office/drawing/2014/main" id="{ED148023-5DD5-D2C7-BAED-326D87C842E1}"/>
              </a:ext>
            </a:extLst>
          </p:cNvPr>
          <p:cNvGrpSpPr/>
          <p:nvPr/>
        </p:nvGrpSpPr>
        <p:grpSpPr>
          <a:xfrm>
            <a:off x="-1586" y="2085975"/>
            <a:ext cx="12200255" cy="4564380"/>
            <a:chOff x="-1586" y="2085975"/>
            <a:chExt cx="12200255" cy="4564380"/>
          </a:xfrm>
        </p:grpSpPr>
        <p:sp>
          <p:nvSpPr>
            <p:cNvPr id="4" name="object 4">
              <a:extLst>
                <a:ext uri="{FF2B5EF4-FFF2-40B4-BE49-F238E27FC236}">
                  <a16:creationId xmlns:a16="http://schemas.microsoft.com/office/drawing/2014/main" id="{E851D618-6FFC-E67A-8DD2-B027EAD2E1D4}"/>
                </a:ext>
              </a:extLst>
            </p:cNvPr>
            <p:cNvSpPr/>
            <p:nvPr/>
          </p:nvSpPr>
          <p:spPr>
            <a:xfrm>
              <a:off x="4763" y="6615112"/>
              <a:ext cx="12187555" cy="28575"/>
            </a:xfrm>
            <a:custGeom>
              <a:avLst/>
              <a:gdLst/>
              <a:ahLst/>
              <a:cxnLst/>
              <a:rect l="l" t="t" r="r" b="b"/>
              <a:pathLst>
                <a:path w="12187555" h="28575">
                  <a:moveTo>
                    <a:pt x="12187236" y="0"/>
                  </a:moveTo>
                  <a:lnTo>
                    <a:pt x="0" y="0"/>
                  </a:lnTo>
                  <a:lnTo>
                    <a:pt x="0" y="28575"/>
                  </a:lnTo>
                  <a:lnTo>
                    <a:pt x="12187236" y="28575"/>
                  </a:lnTo>
                  <a:lnTo>
                    <a:pt x="12187236" y="0"/>
                  </a:lnTo>
                  <a:close/>
                </a:path>
              </a:pathLst>
            </a:custGeom>
            <a:solidFill>
              <a:srgbClr val="E97031"/>
            </a:solidFill>
          </p:spPr>
          <p:txBody>
            <a:bodyPr wrap="square" lIns="0" tIns="0" rIns="0" bIns="0" rtlCol="0"/>
            <a:lstStyle/>
            <a:p>
              <a:endParaRPr/>
            </a:p>
          </p:txBody>
        </p:sp>
        <p:sp>
          <p:nvSpPr>
            <p:cNvPr id="5" name="object 5">
              <a:extLst>
                <a:ext uri="{FF2B5EF4-FFF2-40B4-BE49-F238E27FC236}">
                  <a16:creationId xmlns:a16="http://schemas.microsoft.com/office/drawing/2014/main" id="{AB12BBBD-A6D3-4964-9B21-C6679846B40D}"/>
                </a:ext>
              </a:extLst>
            </p:cNvPr>
            <p:cNvSpPr/>
            <p:nvPr/>
          </p:nvSpPr>
          <p:spPr>
            <a:xfrm>
              <a:off x="4763" y="6615112"/>
              <a:ext cx="12187555" cy="28575"/>
            </a:xfrm>
            <a:custGeom>
              <a:avLst/>
              <a:gdLst/>
              <a:ahLst/>
              <a:cxnLst/>
              <a:rect l="l" t="t" r="r" b="b"/>
              <a:pathLst>
                <a:path w="12187555" h="28575">
                  <a:moveTo>
                    <a:pt x="12187236" y="0"/>
                  </a:moveTo>
                  <a:lnTo>
                    <a:pt x="0" y="0"/>
                  </a:lnTo>
                  <a:lnTo>
                    <a:pt x="0" y="28575"/>
                  </a:lnTo>
                  <a:lnTo>
                    <a:pt x="12187236" y="28575"/>
                  </a:lnTo>
                </a:path>
              </a:pathLst>
            </a:custGeom>
            <a:ln w="12700">
              <a:solidFill>
                <a:srgbClr val="F36F24"/>
              </a:solidFill>
            </a:ln>
          </p:spPr>
          <p:txBody>
            <a:bodyPr wrap="square" lIns="0" tIns="0" rIns="0" bIns="0" rtlCol="0"/>
            <a:lstStyle/>
            <a:p>
              <a:endParaRPr/>
            </a:p>
          </p:txBody>
        </p:sp>
        <p:pic>
          <p:nvPicPr>
            <p:cNvPr id="6" name="object 6">
              <a:extLst>
                <a:ext uri="{FF2B5EF4-FFF2-40B4-BE49-F238E27FC236}">
                  <a16:creationId xmlns:a16="http://schemas.microsoft.com/office/drawing/2014/main" id="{33E29396-C621-9EBE-EE17-4E626F8EC66F}"/>
                </a:ext>
              </a:extLst>
            </p:cNvPr>
            <p:cNvPicPr/>
            <p:nvPr/>
          </p:nvPicPr>
          <p:blipFill>
            <a:blip r:embed="rId3" cstate="print"/>
            <a:stretch>
              <a:fillRect/>
            </a:stretch>
          </p:blipFill>
          <p:spPr>
            <a:xfrm>
              <a:off x="9791699" y="2085975"/>
              <a:ext cx="2400300" cy="4495800"/>
            </a:xfrm>
            <a:prstGeom prst="rect">
              <a:avLst/>
            </a:prstGeom>
          </p:spPr>
        </p:pic>
      </p:grpSp>
      <p:sp>
        <p:nvSpPr>
          <p:cNvPr id="8" name="object 8">
            <a:extLst>
              <a:ext uri="{FF2B5EF4-FFF2-40B4-BE49-F238E27FC236}">
                <a16:creationId xmlns:a16="http://schemas.microsoft.com/office/drawing/2014/main" id="{1CF77F3E-A7F9-7800-6632-B38358383B5A}"/>
              </a:ext>
            </a:extLst>
          </p:cNvPr>
          <p:cNvSpPr txBox="1"/>
          <p:nvPr/>
        </p:nvSpPr>
        <p:spPr>
          <a:xfrm>
            <a:off x="905933" y="1286934"/>
            <a:ext cx="9609667" cy="4444807"/>
          </a:xfrm>
          <a:prstGeom prst="rect">
            <a:avLst/>
          </a:prstGeom>
        </p:spPr>
        <p:txBody>
          <a:bodyPr vert="horz" wrap="square" lIns="0" tIns="12700" rIns="0" bIns="0" rtlCol="0">
            <a:spAutoFit/>
          </a:bodyPr>
          <a:lstStyle/>
          <a:p>
            <a:r>
              <a:rPr lang="en-IN" b="1" dirty="0"/>
              <a:t>Python</a:t>
            </a:r>
          </a:p>
          <a:p>
            <a:r>
              <a:rPr lang="en-IN" dirty="0"/>
              <a:t>Main programming language used to implement the recommendation logic.</a:t>
            </a:r>
          </a:p>
          <a:p>
            <a:endParaRPr lang="en-IN" dirty="0"/>
          </a:p>
          <a:p>
            <a:endParaRPr lang="en-IN" dirty="0"/>
          </a:p>
          <a:p>
            <a:r>
              <a:rPr lang="en-IN" b="1" dirty="0"/>
              <a:t>Scikit-learn</a:t>
            </a:r>
          </a:p>
          <a:p>
            <a:r>
              <a:rPr lang="en-IN" dirty="0"/>
              <a:t>Used for TF-IDF, cosine similarity, nearest </a:t>
            </a:r>
            <a:r>
              <a:rPr lang="en-IN" dirty="0" err="1"/>
              <a:t>neighbors</a:t>
            </a:r>
            <a:r>
              <a:rPr lang="en-IN" dirty="0"/>
              <a:t>, scaling and clustering.</a:t>
            </a:r>
          </a:p>
          <a:p>
            <a:endParaRPr lang="en-IN" dirty="0"/>
          </a:p>
          <a:p>
            <a:endParaRPr lang="en-IN" dirty="0"/>
          </a:p>
          <a:p>
            <a:r>
              <a:rPr lang="en-IN" b="1" dirty="0"/>
              <a:t>Pandas and NumPy</a:t>
            </a:r>
          </a:p>
          <a:p>
            <a:r>
              <a:rPr lang="en-IN" dirty="0"/>
              <a:t>Used for handling, processing and </a:t>
            </a:r>
            <a:r>
              <a:rPr lang="en-IN" dirty="0" err="1"/>
              <a:t>analyzing</a:t>
            </a:r>
            <a:r>
              <a:rPr lang="en-IN" dirty="0"/>
              <a:t> movie data.</a:t>
            </a:r>
          </a:p>
          <a:p>
            <a:endParaRPr lang="en-IN" dirty="0"/>
          </a:p>
          <a:p>
            <a:endParaRPr lang="en-IN" dirty="0"/>
          </a:p>
          <a:p>
            <a:r>
              <a:rPr lang="en-IN" b="1" dirty="0" err="1"/>
              <a:t>Streamlit</a:t>
            </a:r>
            <a:endParaRPr lang="en-IN" b="1" dirty="0"/>
          </a:p>
          <a:p>
            <a:r>
              <a:rPr lang="en-IN" dirty="0"/>
              <a:t>Creates the interactive web interface for selecting movies and viewing </a:t>
            </a:r>
          </a:p>
          <a:p>
            <a:r>
              <a:rPr lang="en-IN" dirty="0"/>
              <a:t>recommendations.</a:t>
            </a:r>
          </a:p>
          <a:p>
            <a:endParaRPr sz="1800" dirty="0">
              <a:latin typeface="Calibri"/>
              <a:cs typeface="Calibri"/>
            </a:endParaRPr>
          </a:p>
        </p:txBody>
      </p:sp>
      <p:sp>
        <p:nvSpPr>
          <p:cNvPr id="11" name="Rounded Rectangle 2">
            <a:extLst>
              <a:ext uri="{FF2B5EF4-FFF2-40B4-BE49-F238E27FC236}">
                <a16:creationId xmlns:a16="http://schemas.microsoft.com/office/drawing/2014/main" id="{38786395-3149-C84B-6FE6-249573635911}"/>
              </a:ext>
            </a:extLst>
          </p:cNvPr>
          <p:cNvSpPr>
            <a:spLocks noGrp="1"/>
          </p:cNvSpPr>
          <p:nvPr>
            <p:ph type="title"/>
          </p:nvPr>
        </p:nvSpPr>
        <p:spPr>
          <a:xfrm>
            <a:off x="1676400" y="583402"/>
            <a:ext cx="8561387" cy="504211"/>
          </a:xfrm>
          <a:prstGeom prst="roundRect">
            <a:avLst/>
          </a:prstGeom>
          <a:solidFill>
            <a:srgbClr val="F46A00"/>
          </a:solidFill>
          <a:ln>
            <a:solidFill>
              <a:srgbClr val="D65000"/>
            </a:solidFill>
          </a:ln>
        </p:spPr>
        <p:style>
          <a:lnRef idx="1">
            <a:schemeClr val="accent1"/>
          </a:lnRef>
          <a:fillRef idx="3">
            <a:schemeClr val="accent1"/>
          </a:fillRef>
          <a:effectRef idx="2">
            <a:schemeClr val="accent1"/>
          </a:effectRef>
          <a:fontRef idx="minor">
            <a:schemeClr val="lt1"/>
          </a:fontRef>
        </p:style>
        <p:txBody>
          <a:bodyPr wrap="square" anchor="ctr">
            <a:noAutofit/>
          </a:bodyPr>
          <a:lstStyle>
            <a:defPPr>
              <a:buNone/>
            </a:defPPr>
            <a:lvl1pPr marL="0" algn="l" defTabSz="457200">
              <a:buNone/>
              <a:defRPr sz="1800" kern="1200">
                <a:solidFill>
                  <a:schemeClr val="lt1"/>
                </a:solidFill>
                <a:latin typeface="+mn-lt"/>
                <a:ea typeface="+mn-ea"/>
                <a:cs typeface="+mn-cs"/>
              </a:defRPr>
            </a:lvl1pPr>
            <a:lvl2pPr marL="457200" algn="l" defTabSz="457200">
              <a:buNone/>
              <a:defRPr sz="1800" kern="1200">
                <a:solidFill>
                  <a:schemeClr val="lt1"/>
                </a:solidFill>
                <a:latin typeface="+mn-lt"/>
                <a:ea typeface="+mn-ea"/>
                <a:cs typeface="+mn-cs"/>
              </a:defRPr>
            </a:lvl2pPr>
            <a:lvl3pPr marL="914400" algn="l" defTabSz="457200">
              <a:buNone/>
              <a:defRPr sz="1800" kern="1200">
                <a:solidFill>
                  <a:schemeClr val="lt1"/>
                </a:solidFill>
                <a:latin typeface="+mn-lt"/>
                <a:ea typeface="+mn-ea"/>
                <a:cs typeface="+mn-cs"/>
              </a:defRPr>
            </a:lvl3pPr>
            <a:lvl4pPr marL="1371600" algn="l" defTabSz="457200">
              <a:buNone/>
              <a:defRPr sz="1800" kern="1200">
                <a:solidFill>
                  <a:schemeClr val="lt1"/>
                </a:solidFill>
                <a:latin typeface="+mn-lt"/>
                <a:ea typeface="+mn-ea"/>
                <a:cs typeface="+mn-cs"/>
              </a:defRPr>
            </a:lvl4pPr>
            <a:lvl5pPr marL="1828800" algn="l" defTabSz="457200">
              <a:buNone/>
              <a:defRPr sz="1800" kern="1200">
                <a:solidFill>
                  <a:schemeClr val="lt1"/>
                </a:solidFill>
                <a:latin typeface="+mn-lt"/>
                <a:ea typeface="+mn-ea"/>
                <a:cs typeface="+mn-cs"/>
              </a:defRPr>
            </a:lvl5pPr>
            <a:lvl6pPr marL="2286000" algn="l" defTabSz="457200">
              <a:buNone/>
              <a:defRPr sz="1800" kern="1200">
                <a:solidFill>
                  <a:schemeClr val="lt1"/>
                </a:solidFill>
                <a:latin typeface="+mn-lt"/>
                <a:ea typeface="+mn-ea"/>
                <a:cs typeface="+mn-cs"/>
              </a:defRPr>
            </a:lvl6pPr>
            <a:lvl7pPr marL="2743200" algn="l" defTabSz="457200">
              <a:buNone/>
              <a:defRPr sz="1800" kern="1200">
                <a:solidFill>
                  <a:schemeClr val="lt1"/>
                </a:solidFill>
                <a:latin typeface="+mn-lt"/>
                <a:ea typeface="+mn-ea"/>
                <a:cs typeface="+mn-cs"/>
              </a:defRPr>
            </a:lvl7pPr>
            <a:lvl8pPr marL="3200400" algn="l" defTabSz="457200">
              <a:buNone/>
              <a:defRPr sz="1800" kern="1200">
                <a:solidFill>
                  <a:schemeClr val="lt1"/>
                </a:solidFill>
                <a:latin typeface="+mn-lt"/>
                <a:ea typeface="+mn-ea"/>
                <a:cs typeface="+mn-cs"/>
              </a:defRPr>
            </a:lvl8pPr>
            <a:lvl9pPr marL="3657600" algn="l" defTabSz="457200">
              <a:buNone/>
              <a:defRPr sz="1800" kern="1200">
                <a:solidFill>
                  <a:schemeClr val="lt1"/>
                </a:solidFill>
                <a:latin typeface="+mn-lt"/>
                <a:ea typeface="+mn-ea"/>
                <a:cs typeface="+mn-cs"/>
              </a:defRPr>
            </a:lvl9pPr>
          </a:lstStyle>
          <a:p>
            <a:pPr algn="ctr">
              <a:defRPr sz="2500" b="1">
                <a:solidFill>
                  <a:srgbClr val="FFFFFF"/>
                </a:solidFill>
                <a:latin typeface="Times New Roman"/>
                <a:ea typeface="Times New Roman"/>
                <a:cs typeface="Times New Roman"/>
              </a:defRPr>
            </a:pPr>
            <a:r>
              <a:rPr lang="en-IN" sz="2500" b="1" dirty="0">
                <a:solidFill>
                  <a:srgbClr val="FFFFFF"/>
                </a:solidFill>
                <a:latin typeface="Times New Roman"/>
              </a:rPr>
              <a:t>Technologies Used</a:t>
            </a:r>
            <a:endParaRPr sz="2500" b="1" dirty="0">
              <a:solidFill>
                <a:srgbClr val="FFFFFF"/>
              </a:solidFill>
              <a:latin typeface="Times New Roman"/>
              <a:ea typeface="Times New Roman"/>
              <a:cs typeface="Times New Roman"/>
            </a:endParaRPr>
          </a:p>
        </p:txBody>
      </p:sp>
      <p:pic>
        <p:nvPicPr>
          <p:cNvPr id="7" name="Picture 6" descr="Download the Python logo in PNG y SVG | LogosDown">
            <a:extLst>
              <a:ext uri="{FF2B5EF4-FFF2-40B4-BE49-F238E27FC236}">
                <a16:creationId xmlns:a16="http://schemas.microsoft.com/office/drawing/2014/main" id="{46A81B39-4044-A036-58E4-0D6F76C59A80}"/>
              </a:ext>
            </a:extLst>
          </p:cNvPr>
          <p:cNvPicPr>
            <a:picLocks noChangeAspect="1"/>
          </p:cNvPicPr>
          <p:nvPr/>
        </p:nvPicPr>
        <p:blipFill>
          <a:blip r:embed="rId4"/>
          <a:stretch>
            <a:fillRect/>
          </a:stretch>
        </p:blipFill>
        <p:spPr>
          <a:xfrm>
            <a:off x="8045185" y="1087613"/>
            <a:ext cx="2211915" cy="1436548"/>
          </a:xfrm>
          <a:prstGeom prst="rect">
            <a:avLst/>
          </a:prstGeom>
        </p:spPr>
      </p:pic>
      <p:pic>
        <p:nvPicPr>
          <p:cNvPr id="9" name="Picture 8" descr="Learn Logo PNG Vectors Free Download">
            <a:extLst>
              <a:ext uri="{FF2B5EF4-FFF2-40B4-BE49-F238E27FC236}">
                <a16:creationId xmlns:a16="http://schemas.microsoft.com/office/drawing/2014/main" id="{3979BFFA-AD8E-7560-1990-AFAB97113DB4}"/>
              </a:ext>
            </a:extLst>
          </p:cNvPr>
          <p:cNvPicPr>
            <a:picLocks noChangeAspect="1"/>
          </p:cNvPicPr>
          <p:nvPr/>
        </p:nvPicPr>
        <p:blipFill>
          <a:blip r:embed="rId5"/>
          <a:stretch>
            <a:fillRect/>
          </a:stretch>
        </p:blipFill>
        <p:spPr>
          <a:xfrm>
            <a:off x="8287541" y="2166966"/>
            <a:ext cx="1727201" cy="1156236"/>
          </a:xfrm>
          <a:prstGeom prst="rect">
            <a:avLst/>
          </a:prstGeom>
        </p:spPr>
      </p:pic>
      <p:pic>
        <p:nvPicPr>
          <p:cNvPr id="10" name="Picture 9" descr="pandas Logo PNG,  Vector (AI, EPS, CDR, PDF, SVG) - iconLogoVector">
            <a:extLst>
              <a:ext uri="{FF2B5EF4-FFF2-40B4-BE49-F238E27FC236}">
                <a16:creationId xmlns:a16="http://schemas.microsoft.com/office/drawing/2014/main" id="{A5881BFF-4202-FD69-A681-E18967E4B789}"/>
              </a:ext>
            </a:extLst>
          </p:cNvPr>
          <p:cNvPicPr>
            <a:picLocks noChangeAspect="1"/>
          </p:cNvPicPr>
          <p:nvPr/>
        </p:nvPicPr>
        <p:blipFill>
          <a:blip r:embed="rId6"/>
          <a:stretch>
            <a:fillRect/>
          </a:stretch>
        </p:blipFill>
        <p:spPr>
          <a:xfrm>
            <a:off x="6270886" y="3323202"/>
            <a:ext cx="1801284" cy="1229396"/>
          </a:xfrm>
          <a:prstGeom prst="rect">
            <a:avLst/>
          </a:prstGeom>
        </p:spPr>
      </p:pic>
      <p:pic>
        <p:nvPicPr>
          <p:cNvPr id="12" name="Picture 11" descr="Streamlitとは？詳細情報を解説 | OSSサポートのOpenStandia™【NRI】">
            <a:extLst>
              <a:ext uri="{FF2B5EF4-FFF2-40B4-BE49-F238E27FC236}">
                <a16:creationId xmlns:a16="http://schemas.microsoft.com/office/drawing/2014/main" id="{4575587F-D2F5-8203-B86D-6EB4B81BBC29}"/>
              </a:ext>
            </a:extLst>
          </p:cNvPr>
          <p:cNvPicPr>
            <a:picLocks noChangeAspect="1"/>
          </p:cNvPicPr>
          <p:nvPr/>
        </p:nvPicPr>
        <p:blipFill>
          <a:blip r:embed="rId7"/>
          <a:stretch>
            <a:fillRect/>
          </a:stretch>
        </p:blipFill>
        <p:spPr>
          <a:xfrm>
            <a:off x="7413355" y="4479721"/>
            <a:ext cx="1539876" cy="1029125"/>
          </a:xfrm>
          <a:prstGeom prst="rect">
            <a:avLst/>
          </a:prstGeom>
        </p:spPr>
      </p:pic>
    </p:spTree>
    <p:extLst>
      <p:ext uri="{BB962C8B-B14F-4D97-AF65-F5344CB8AC3E}">
        <p14:creationId xmlns:p14="http://schemas.microsoft.com/office/powerpoint/2010/main" val="10555673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0A734D-DEBB-2499-4E43-852F88571E2E}"/>
            </a:ext>
          </a:extLst>
        </p:cNvPr>
        <p:cNvGrpSpPr/>
        <p:nvPr/>
      </p:nvGrpSpPr>
      <p:grpSpPr>
        <a:xfrm>
          <a:off x="0" y="0"/>
          <a:ext cx="0" cy="0"/>
          <a:chOff x="0" y="0"/>
          <a:chExt cx="0" cy="0"/>
        </a:xfrm>
      </p:grpSpPr>
      <p:pic>
        <p:nvPicPr>
          <p:cNvPr id="2" name="object 2">
            <a:extLst>
              <a:ext uri="{FF2B5EF4-FFF2-40B4-BE49-F238E27FC236}">
                <a16:creationId xmlns:a16="http://schemas.microsoft.com/office/drawing/2014/main" id="{94B52446-8D73-9049-6BE2-1ADD01DDA01A}"/>
              </a:ext>
            </a:extLst>
          </p:cNvPr>
          <p:cNvPicPr/>
          <p:nvPr/>
        </p:nvPicPr>
        <p:blipFill>
          <a:blip r:embed="rId2" cstate="print"/>
          <a:stretch>
            <a:fillRect/>
          </a:stretch>
        </p:blipFill>
        <p:spPr>
          <a:xfrm>
            <a:off x="10918569" y="405860"/>
            <a:ext cx="931503" cy="323776"/>
          </a:xfrm>
          <a:prstGeom prst="rect">
            <a:avLst/>
          </a:prstGeom>
        </p:spPr>
      </p:pic>
      <p:grpSp>
        <p:nvGrpSpPr>
          <p:cNvPr id="3" name="object 3">
            <a:extLst>
              <a:ext uri="{FF2B5EF4-FFF2-40B4-BE49-F238E27FC236}">
                <a16:creationId xmlns:a16="http://schemas.microsoft.com/office/drawing/2014/main" id="{6165B3DC-7C07-6C09-6759-891C1DC0F035}"/>
              </a:ext>
            </a:extLst>
          </p:cNvPr>
          <p:cNvGrpSpPr/>
          <p:nvPr/>
        </p:nvGrpSpPr>
        <p:grpSpPr>
          <a:xfrm>
            <a:off x="-1586" y="2085975"/>
            <a:ext cx="12200255" cy="4564380"/>
            <a:chOff x="-1586" y="2085975"/>
            <a:chExt cx="12200255" cy="4564380"/>
          </a:xfrm>
        </p:grpSpPr>
        <p:sp>
          <p:nvSpPr>
            <p:cNvPr id="4" name="object 4">
              <a:extLst>
                <a:ext uri="{FF2B5EF4-FFF2-40B4-BE49-F238E27FC236}">
                  <a16:creationId xmlns:a16="http://schemas.microsoft.com/office/drawing/2014/main" id="{DE4B65B7-F946-BD68-6A96-509E48708CFB}"/>
                </a:ext>
              </a:extLst>
            </p:cNvPr>
            <p:cNvSpPr/>
            <p:nvPr/>
          </p:nvSpPr>
          <p:spPr>
            <a:xfrm>
              <a:off x="4763" y="6615112"/>
              <a:ext cx="12187555" cy="28575"/>
            </a:xfrm>
            <a:custGeom>
              <a:avLst/>
              <a:gdLst/>
              <a:ahLst/>
              <a:cxnLst/>
              <a:rect l="l" t="t" r="r" b="b"/>
              <a:pathLst>
                <a:path w="12187555" h="28575">
                  <a:moveTo>
                    <a:pt x="12187236" y="0"/>
                  </a:moveTo>
                  <a:lnTo>
                    <a:pt x="0" y="0"/>
                  </a:lnTo>
                  <a:lnTo>
                    <a:pt x="0" y="28575"/>
                  </a:lnTo>
                  <a:lnTo>
                    <a:pt x="12187236" y="28575"/>
                  </a:lnTo>
                  <a:lnTo>
                    <a:pt x="12187236" y="0"/>
                  </a:lnTo>
                  <a:close/>
                </a:path>
              </a:pathLst>
            </a:custGeom>
            <a:solidFill>
              <a:srgbClr val="E97031"/>
            </a:solidFill>
          </p:spPr>
          <p:txBody>
            <a:bodyPr wrap="square" lIns="0" tIns="0" rIns="0" bIns="0" rtlCol="0"/>
            <a:lstStyle/>
            <a:p>
              <a:endParaRPr/>
            </a:p>
          </p:txBody>
        </p:sp>
        <p:sp>
          <p:nvSpPr>
            <p:cNvPr id="5" name="object 5">
              <a:extLst>
                <a:ext uri="{FF2B5EF4-FFF2-40B4-BE49-F238E27FC236}">
                  <a16:creationId xmlns:a16="http://schemas.microsoft.com/office/drawing/2014/main" id="{C7304BC9-E00A-A382-0868-677CFE06F3DE}"/>
                </a:ext>
              </a:extLst>
            </p:cNvPr>
            <p:cNvSpPr/>
            <p:nvPr/>
          </p:nvSpPr>
          <p:spPr>
            <a:xfrm>
              <a:off x="4763" y="6615112"/>
              <a:ext cx="12187555" cy="28575"/>
            </a:xfrm>
            <a:custGeom>
              <a:avLst/>
              <a:gdLst/>
              <a:ahLst/>
              <a:cxnLst/>
              <a:rect l="l" t="t" r="r" b="b"/>
              <a:pathLst>
                <a:path w="12187555" h="28575">
                  <a:moveTo>
                    <a:pt x="12187236" y="0"/>
                  </a:moveTo>
                  <a:lnTo>
                    <a:pt x="0" y="0"/>
                  </a:lnTo>
                  <a:lnTo>
                    <a:pt x="0" y="28575"/>
                  </a:lnTo>
                  <a:lnTo>
                    <a:pt x="12187236" y="28575"/>
                  </a:lnTo>
                </a:path>
              </a:pathLst>
            </a:custGeom>
            <a:ln w="12700">
              <a:solidFill>
                <a:srgbClr val="F36F24"/>
              </a:solidFill>
            </a:ln>
          </p:spPr>
          <p:txBody>
            <a:bodyPr wrap="square" lIns="0" tIns="0" rIns="0" bIns="0" rtlCol="0"/>
            <a:lstStyle/>
            <a:p>
              <a:endParaRPr/>
            </a:p>
          </p:txBody>
        </p:sp>
        <p:pic>
          <p:nvPicPr>
            <p:cNvPr id="6" name="object 6">
              <a:extLst>
                <a:ext uri="{FF2B5EF4-FFF2-40B4-BE49-F238E27FC236}">
                  <a16:creationId xmlns:a16="http://schemas.microsoft.com/office/drawing/2014/main" id="{5207821C-94F0-336C-B5F2-94C9A518B05D}"/>
                </a:ext>
              </a:extLst>
            </p:cNvPr>
            <p:cNvPicPr/>
            <p:nvPr/>
          </p:nvPicPr>
          <p:blipFill>
            <a:blip r:embed="rId3" cstate="print"/>
            <a:stretch>
              <a:fillRect/>
            </a:stretch>
          </p:blipFill>
          <p:spPr>
            <a:xfrm>
              <a:off x="9791699" y="2085975"/>
              <a:ext cx="2400300" cy="4495800"/>
            </a:xfrm>
            <a:prstGeom prst="rect">
              <a:avLst/>
            </a:prstGeom>
          </p:spPr>
        </p:pic>
      </p:grpSp>
      <p:sp>
        <p:nvSpPr>
          <p:cNvPr id="11" name="Rounded Rectangle 2">
            <a:extLst>
              <a:ext uri="{FF2B5EF4-FFF2-40B4-BE49-F238E27FC236}">
                <a16:creationId xmlns:a16="http://schemas.microsoft.com/office/drawing/2014/main" id="{714719A7-24AD-5587-8652-84933432051C}"/>
              </a:ext>
            </a:extLst>
          </p:cNvPr>
          <p:cNvSpPr>
            <a:spLocks noGrp="1"/>
          </p:cNvSpPr>
          <p:nvPr>
            <p:ph type="title"/>
          </p:nvPr>
        </p:nvSpPr>
        <p:spPr>
          <a:xfrm>
            <a:off x="1676400" y="583402"/>
            <a:ext cx="8561387" cy="504211"/>
          </a:xfrm>
          <a:prstGeom prst="roundRect">
            <a:avLst/>
          </a:prstGeom>
          <a:solidFill>
            <a:srgbClr val="F46A00"/>
          </a:solidFill>
          <a:ln>
            <a:solidFill>
              <a:srgbClr val="D65000"/>
            </a:solidFill>
          </a:ln>
        </p:spPr>
        <p:style>
          <a:lnRef idx="1">
            <a:schemeClr val="accent1"/>
          </a:lnRef>
          <a:fillRef idx="3">
            <a:schemeClr val="accent1"/>
          </a:fillRef>
          <a:effectRef idx="2">
            <a:schemeClr val="accent1"/>
          </a:effectRef>
          <a:fontRef idx="minor">
            <a:schemeClr val="lt1"/>
          </a:fontRef>
        </p:style>
        <p:txBody>
          <a:bodyPr wrap="square" anchor="ctr">
            <a:noAutofit/>
          </a:bodyPr>
          <a:lstStyle>
            <a:defPPr>
              <a:buNone/>
            </a:defPPr>
            <a:lvl1pPr marL="0" algn="l" defTabSz="457200">
              <a:buNone/>
              <a:defRPr sz="1800" kern="1200">
                <a:solidFill>
                  <a:schemeClr val="lt1"/>
                </a:solidFill>
                <a:latin typeface="+mn-lt"/>
                <a:ea typeface="+mn-ea"/>
                <a:cs typeface="+mn-cs"/>
              </a:defRPr>
            </a:lvl1pPr>
            <a:lvl2pPr marL="457200" algn="l" defTabSz="457200">
              <a:buNone/>
              <a:defRPr sz="1800" kern="1200">
                <a:solidFill>
                  <a:schemeClr val="lt1"/>
                </a:solidFill>
                <a:latin typeface="+mn-lt"/>
                <a:ea typeface="+mn-ea"/>
                <a:cs typeface="+mn-cs"/>
              </a:defRPr>
            </a:lvl2pPr>
            <a:lvl3pPr marL="914400" algn="l" defTabSz="457200">
              <a:buNone/>
              <a:defRPr sz="1800" kern="1200">
                <a:solidFill>
                  <a:schemeClr val="lt1"/>
                </a:solidFill>
                <a:latin typeface="+mn-lt"/>
                <a:ea typeface="+mn-ea"/>
                <a:cs typeface="+mn-cs"/>
              </a:defRPr>
            </a:lvl3pPr>
            <a:lvl4pPr marL="1371600" algn="l" defTabSz="457200">
              <a:buNone/>
              <a:defRPr sz="1800" kern="1200">
                <a:solidFill>
                  <a:schemeClr val="lt1"/>
                </a:solidFill>
                <a:latin typeface="+mn-lt"/>
                <a:ea typeface="+mn-ea"/>
                <a:cs typeface="+mn-cs"/>
              </a:defRPr>
            </a:lvl4pPr>
            <a:lvl5pPr marL="1828800" algn="l" defTabSz="457200">
              <a:buNone/>
              <a:defRPr sz="1800" kern="1200">
                <a:solidFill>
                  <a:schemeClr val="lt1"/>
                </a:solidFill>
                <a:latin typeface="+mn-lt"/>
                <a:ea typeface="+mn-ea"/>
                <a:cs typeface="+mn-cs"/>
              </a:defRPr>
            </a:lvl5pPr>
            <a:lvl6pPr marL="2286000" algn="l" defTabSz="457200">
              <a:buNone/>
              <a:defRPr sz="1800" kern="1200">
                <a:solidFill>
                  <a:schemeClr val="lt1"/>
                </a:solidFill>
                <a:latin typeface="+mn-lt"/>
                <a:ea typeface="+mn-ea"/>
                <a:cs typeface="+mn-cs"/>
              </a:defRPr>
            </a:lvl6pPr>
            <a:lvl7pPr marL="2743200" algn="l" defTabSz="457200">
              <a:buNone/>
              <a:defRPr sz="1800" kern="1200">
                <a:solidFill>
                  <a:schemeClr val="lt1"/>
                </a:solidFill>
                <a:latin typeface="+mn-lt"/>
                <a:ea typeface="+mn-ea"/>
                <a:cs typeface="+mn-cs"/>
              </a:defRPr>
            </a:lvl7pPr>
            <a:lvl8pPr marL="3200400" algn="l" defTabSz="457200">
              <a:buNone/>
              <a:defRPr sz="1800" kern="1200">
                <a:solidFill>
                  <a:schemeClr val="lt1"/>
                </a:solidFill>
                <a:latin typeface="+mn-lt"/>
                <a:ea typeface="+mn-ea"/>
                <a:cs typeface="+mn-cs"/>
              </a:defRPr>
            </a:lvl8pPr>
            <a:lvl9pPr marL="3657600" algn="l" defTabSz="457200">
              <a:buNone/>
              <a:defRPr sz="1800" kern="1200">
                <a:solidFill>
                  <a:schemeClr val="lt1"/>
                </a:solidFill>
                <a:latin typeface="+mn-lt"/>
                <a:ea typeface="+mn-ea"/>
                <a:cs typeface="+mn-cs"/>
              </a:defRPr>
            </a:lvl9pPr>
          </a:lstStyle>
          <a:p>
            <a:pPr algn="ctr">
              <a:defRPr sz="2500" b="1">
                <a:solidFill>
                  <a:srgbClr val="FFFFFF"/>
                </a:solidFill>
                <a:latin typeface="Times New Roman"/>
                <a:ea typeface="Times New Roman"/>
                <a:cs typeface="Times New Roman"/>
              </a:defRPr>
            </a:pPr>
            <a:r>
              <a:rPr lang="en-IN" sz="2400" b="1" dirty="0">
                <a:solidFill>
                  <a:srgbClr val="FFFFFF"/>
                </a:solidFill>
                <a:latin typeface="Times New Roman"/>
              </a:rPr>
              <a:t>Dataset Description</a:t>
            </a:r>
            <a:endParaRPr sz="2400" b="1" dirty="0">
              <a:solidFill>
                <a:srgbClr val="FFFFFF"/>
              </a:solidFill>
              <a:latin typeface="Times New Roman"/>
              <a:ea typeface="Times New Roman"/>
              <a:cs typeface="Times New Roman"/>
            </a:endParaRPr>
          </a:p>
        </p:txBody>
      </p:sp>
      <p:sp>
        <p:nvSpPr>
          <p:cNvPr id="13" name="TextBox 12">
            <a:extLst>
              <a:ext uri="{FF2B5EF4-FFF2-40B4-BE49-F238E27FC236}">
                <a16:creationId xmlns:a16="http://schemas.microsoft.com/office/drawing/2014/main" id="{74AA1D18-E89D-17E6-D480-13B88E0029E0}"/>
              </a:ext>
            </a:extLst>
          </p:cNvPr>
          <p:cNvSpPr txBox="1"/>
          <p:nvPr/>
        </p:nvSpPr>
        <p:spPr>
          <a:xfrm>
            <a:off x="736599" y="1464733"/>
            <a:ext cx="9501187" cy="1754326"/>
          </a:xfrm>
          <a:prstGeom prst="rect">
            <a:avLst/>
          </a:prstGeom>
          <a:noFill/>
        </p:spPr>
        <p:txBody>
          <a:bodyPr wrap="square">
            <a:spAutoFit/>
          </a:bodyPr>
          <a:lstStyle/>
          <a:p>
            <a:pPr>
              <a:buNone/>
            </a:pPr>
            <a:r>
              <a:rPr lang="en-IN" dirty="0"/>
              <a:t>The project uses a sample dataset stored in </a:t>
            </a:r>
            <a:r>
              <a:rPr lang="en-IN" dirty="0">
                <a:latin typeface="+mn-lt"/>
              </a:rPr>
              <a:t>data/movies.csv</a:t>
            </a:r>
            <a:r>
              <a:rPr lang="en-IN" dirty="0"/>
              <a:t>.</a:t>
            </a:r>
          </a:p>
          <a:p>
            <a:pPr marL="342900" lvl="0" indent="-342900">
              <a:buFont typeface="Arial" panose="020B0604020202020204" pitchFamily="34" charset="0"/>
              <a:buChar char="•"/>
            </a:pPr>
            <a:r>
              <a:rPr lang="en-IN" dirty="0"/>
              <a:t>Number of movie records: 50</a:t>
            </a:r>
          </a:p>
          <a:p>
            <a:pPr marL="342900" lvl="0" indent="-342900">
              <a:buFont typeface="Arial" panose="020B0604020202020204" pitchFamily="34" charset="0"/>
              <a:buChar char="•"/>
            </a:pPr>
            <a:r>
              <a:rPr lang="en-IN" dirty="0"/>
              <a:t>Number of columns: 7</a:t>
            </a:r>
          </a:p>
          <a:p>
            <a:pPr marL="342900" lvl="0" indent="-342900">
              <a:buFont typeface="Arial" panose="020B0604020202020204" pitchFamily="34" charset="0"/>
              <a:buChar char="•"/>
            </a:pPr>
            <a:endParaRPr lang="en-IN" dirty="0"/>
          </a:p>
          <a:p>
            <a:pPr marL="342900" lvl="0" indent="-342900">
              <a:buFont typeface="Arial" panose="020B0604020202020204" pitchFamily="34" charset="0"/>
              <a:buChar char="•"/>
            </a:pPr>
            <a:endParaRPr lang="en-IN" dirty="0"/>
          </a:p>
          <a:p>
            <a:pPr lvl="0"/>
            <a:endParaRPr lang="en-IN" dirty="0"/>
          </a:p>
        </p:txBody>
      </p:sp>
      <p:pic>
        <p:nvPicPr>
          <p:cNvPr id="15" name="Picture 14">
            <a:extLst>
              <a:ext uri="{FF2B5EF4-FFF2-40B4-BE49-F238E27FC236}">
                <a16:creationId xmlns:a16="http://schemas.microsoft.com/office/drawing/2014/main" id="{476E1BD3-29FE-A04B-3BE6-D0A53264AF46}"/>
              </a:ext>
            </a:extLst>
          </p:cNvPr>
          <p:cNvPicPr>
            <a:picLocks noChangeAspect="1"/>
          </p:cNvPicPr>
          <p:nvPr/>
        </p:nvPicPr>
        <p:blipFill>
          <a:blip r:embed="rId4"/>
          <a:stretch>
            <a:fillRect/>
          </a:stretch>
        </p:blipFill>
        <p:spPr>
          <a:xfrm>
            <a:off x="2658533" y="2534709"/>
            <a:ext cx="6214534" cy="3075515"/>
          </a:xfrm>
          <a:prstGeom prst="rect">
            <a:avLst/>
          </a:prstGeom>
        </p:spPr>
      </p:pic>
    </p:spTree>
    <p:extLst>
      <p:ext uri="{BB962C8B-B14F-4D97-AF65-F5344CB8AC3E}">
        <p14:creationId xmlns:p14="http://schemas.microsoft.com/office/powerpoint/2010/main" val="38709742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AF6D5C-DD8F-30A9-0644-13C358F7E1AE}"/>
            </a:ext>
          </a:extLst>
        </p:cNvPr>
        <p:cNvGrpSpPr/>
        <p:nvPr/>
      </p:nvGrpSpPr>
      <p:grpSpPr>
        <a:xfrm>
          <a:off x="0" y="0"/>
          <a:ext cx="0" cy="0"/>
          <a:chOff x="0" y="0"/>
          <a:chExt cx="0" cy="0"/>
        </a:xfrm>
      </p:grpSpPr>
      <p:pic>
        <p:nvPicPr>
          <p:cNvPr id="2" name="object 2">
            <a:extLst>
              <a:ext uri="{FF2B5EF4-FFF2-40B4-BE49-F238E27FC236}">
                <a16:creationId xmlns:a16="http://schemas.microsoft.com/office/drawing/2014/main" id="{07D83BC9-D077-45B7-793A-210A1B72EAE5}"/>
              </a:ext>
            </a:extLst>
          </p:cNvPr>
          <p:cNvPicPr/>
          <p:nvPr/>
        </p:nvPicPr>
        <p:blipFill>
          <a:blip r:embed="rId2" cstate="print"/>
          <a:stretch>
            <a:fillRect/>
          </a:stretch>
        </p:blipFill>
        <p:spPr>
          <a:xfrm>
            <a:off x="10918569" y="405860"/>
            <a:ext cx="931503" cy="323776"/>
          </a:xfrm>
          <a:prstGeom prst="rect">
            <a:avLst/>
          </a:prstGeom>
        </p:spPr>
      </p:pic>
      <p:grpSp>
        <p:nvGrpSpPr>
          <p:cNvPr id="3" name="object 3">
            <a:extLst>
              <a:ext uri="{FF2B5EF4-FFF2-40B4-BE49-F238E27FC236}">
                <a16:creationId xmlns:a16="http://schemas.microsoft.com/office/drawing/2014/main" id="{018BE7AC-A56A-F6DA-04FB-83B1884E92C8}"/>
              </a:ext>
            </a:extLst>
          </p:cNvPr>
          <p:cNvGrpSpPr/>
          <p:nvPr/>
        </p:nvGrpSpPr>
        <p:grpSpPr>
          <a:xfrm>
            <a:off x="-1586" y="2085975"/>
            <a:ext cx="12200255" cy="4564380"/>
            <a:chOff x="-1586" y="2085975"/>
            <a:chExt cx="12200255" cy="4564380"/>
          </a:xfrm>
        </p:grpSpPr>
        <p:sp>
          <p:nvSpPr>
            <p:cNvPr id="4" name="object 4">
              <a:extLst>
                <a:ext uri="{FF2B5EF4-FFF2-40B4-BE49-F238E27FC236}">
                  <a16:creationId xmlns:a16="http://schemas.microsoft.com/office/drawing/2014/main" id="{DDC6C63B-3D45-2623-6663-70EF7066EEE6}"/>
                </a:ext>
              </a:extLst>
            </p:cNvPr>
            <p:cNvSpPr/>
            <p:nvPr/>
          </p:nvSpPr>
          <p:spPr>
            <a:xfrm>
              <a:off x="4763" y="6615112"/>
              <a:ext cx="12187555" cy="28575"/>
            </a:xfrm>
            <a:custGeom>
              <a:avLst/>
              <a:gdLst/>
              <a:ahLst/>
              <a:cxnLst/>
              <a:rect l="l" t="t" r="r" b="b"/>
              <a:pathLst>
                <a:path w="12187555" h="28575">
                  <a:moveTo>
                    <a:pt x="12187236" y="0"/>
                  </a:moveTo>
                  <a:lnTo>
                    <a:pt x="0" y="0"/>
                  </a:lnTo>
                  <a:lnTo>
                    <a:pt x="0" y="28575"/>
                  </a:lnTo>
                  <a:lnTo>
                    <a:pt x="12187236" y="28575"/>
                  </a:lnTo>
                  <a:lnTo>
                    <a:pt x="12187236" y="0"/>
                  </a:lnTo>
                  <a:close/>
                </a:path>
              </a:pathLst>
            </a:custGeom>
            <a:solidFill>
              <a:srgbClr val="E97031"/>
            </a:solidFill>
          </p:spPr>
          <p:txBody>
            <a:bodyPr wrap="square" lIns="0" tIns="0" rIns="0" bIns="0" rtlCol="0"/>
            <a:lstStyle/>
            <a:p>
              <a:endParaRPr/>
            </a:p>
          </p:txBody>
        </p:sp>
        <p:sp>
          <p:nvSpPr>
            <p:cNvPr id="5" name="object 5">
              <a:extLst>
                <a:ext uri="{FF2B5EF4-FFF2-40B4-BE49-F238E27FC236}">
                  <a16:creationId xmlns:a16="http://schemas.microsoft.com/office/drawing/2014/main" id="{7A2008C6-A7BA-32AA-0059-C1B42BA9FA83}"/>
                </a:ext>
              </a:extLst>
            </p:cNvPr>
            <p:cNvSpPr/>
            <p:nvPr/>
          </p:nvSpPr>
          <p:spPr>
            <a:xfrm>
              <a:off x="4763" y="6615112"/>
              <a:ext cx="12187555" cy="28575"/>
            </a:xfrm>
            <a:custGeom>
              <a:avLst/>
              <a:gdLst/>
              <a:ahLst/>
              <a:cxnLst/>
              <a:rect l="l" t="t" r="r" b="b"/>
              <a:pathLst>
                <a:path w="12187555" h="28575">
                  <a:moveTo>
                    <a:pt x="12187236" y="0"/>
                  </a:moveTo>
                  <a:lnTo>
                    <a:pt x="0" y="0"/>
                  </a:lnTo>
                  <a:lnTo>
                    <a:pt x="0" y="28575"/>
                  </a:lnTo>
                  <a:lnTo>
                    <a:pt x="12187236" y="28575"/>
                  </a:lnTo>
                </a:path>
              </a:pathLst>
            </a:custGeom>
            <a:ln w="12700">
              <a:solidFill>
                <a:srgbClr val="F36F24"/>
              </a:solidFill>
            </a:ln>
          </p:spPr>
          <p:txBody>
            <a:bodyPr wrap="square" lIns="0" tIns="0" rIns="0" bIns="0" rtlCol="0"/>
            <a:lstStyle/>
            <a:p>
              <a:endParaRPr/>
            </a:p>
          </p:txBody>
        </p:sp>
        <p:pic>
          <p:nvPicPr>
            <p:cNvPr id="6" name="object 6">
              <a:extLst>
                <a:ext uri="{FF2B5EF4-FFF2-40B4-BE49-F238E27FC236}">
                  <a16:creationId xmlns:a16="http://schemas.microsoft.com/office/drawing/2014/main" id="{60612896-AFA4-9E9C-8958-B17A67D65E74}"/>
                </a:ext>
              </a:extLst>
            </p:cNvPr>
            <p:cNvPicPr/>
            <p:nvPr/>
          </p:nvPicPr>
          <p:blipFill>
            <a:blip r:embed="rId3" cstate="print"/>
            <a:stretch>
              <a:fillRect/>
            </a:stretch>
          </p:blipFill>
          <p:spPr>
            <a:xfrm>
              <a:off x="9791699" y="2085975"/>
              <a:ext cx="2400300" cy="4495800"/>
            </a:xfrm>
            <a:prstGeom prst="rect">
              <a:avLst/>
            </a:prstGeom>
          </p:spPr>
        </p:pic>
      </p:grpSp>
      <p:sp>
        <p:nvSpPr>
          <p:cNvPr id="11" name="Rounded Rectangle 2">
            <a:extLst>
              <a:ext uri="{FF2B5EF4-FFF2-40B4-BE49-F238E27FC236}">
                <a16:creationId xmlns:a16="http://schemas.microsoft.com/office/drawing/2014/main" id="{86F51735-2D2F-1E23-A175-67B88E29E468}"/>
              </a:ext>
            </a:extLst>
          </p:cNvPr>
          <p:cNvSpPr>
            <a:spLocks noGrp="1"/>
          </p:cNvSpPr>
          <p:nvPr>
            <p:ph type="title"/>
          </p:nvPr>
        </p:nvSpPr>
        <p:spPr>
          <a:xfrm>
            <a:off x="1676400" y="583402"/>
            <a:ext cx="8561387" cy="504211"/>
          </a:xfrm>
          <a:prstGeom prst="roundRect">
            <a:avLst/>
          </a:prstGeom>
          <a:solidFill>
            <a:srgbClr val="F46A00"/>
          </a:solidFill>
          <a:ln>
            <a:solidFill>
              <a:srgbClr val="D65000"/>
            </a:solidFill>
          </a:ln>
        </p:spPr>
        <p:style>
          <a:lnRef idx="1">
            <a:schemeClr val="accent1"/>
          </a:lnRef>
          <a:fillRef idx="3">
            <a:schemeClr val="accent1"/>
          </a:fillRef>
          <a:effectRef idx="2">
            <a:schemeClr val="accent1"/>
          </a:effectRef>
          <a:fontRef idx="minor">
            <a:schemeClr val="lt1"/>
          </a:fontRef>
        </p:style>
        <p:txBody>
          <a:bodyPr wrap="square" anchor="ctr">
            <a:noAutofit/>
          </a:bodyPr>
          <a:lstStyle>
            <a:defPPr>
              <a:buNone/>
            </a:defPPr>
            <a:lvl1pPr marL="0" algn="l" defTabSz="457200">
              <a:buNone/>
              <a:defRPr sz="1800" kern="1200">
                <a:solidFill>
                  <a:schemeClr val="lt1"/>
                </a:solidFill>
                <a:latin typeface="+mn-lt"/>
                <a:ea typeface="+mn-ea"/>
                <a:cs typeface="+mn-cs"/>
              </a:defRPr>
            </a:lvl1pPr>
            <a:lvl2pPr marL="457200" algn="l" defTabSz="457200">
              <a:buNone/>
              <a:defRPr sz="1800" kern="1200">
                <a:solidFill>
                  <a:schemeClr val="lt1"/>
                </a:solidFill>
                <a:latin typeface="+mn-lt"/>
                <a:ea typeface="+mn-ea"/>
                <a:cs typeface="+mn-cs"/>
              </a:defRPr>
            </a:lvl2pPr>
            <a:lvl3pPr marL="914400" algn="l" defTabSz="457200">
              <a:buNone/>
              <a:defRPr sz="1800" kern="1200">
                <a:solidFill>
                  <a:schemeClr val="lt1"/>
                </a:solidFill>
                <a:latin typeface="+mn-lt"/>
                <a:ea typeface="+mn-ea"/>
                <a:cs typeface="+mn-cs"/>
              </a:defRPr>
            </a:lvl3pPr>
            <a:lvl4pPr marL="1371600" algn="l" defTabSz="457200">
              <a:buNone/>
              <a:defRPr sz="1800" kern="1200">
                <a:solidFill>
                  <a:schemeClr val="lt1"/>
                </a:solidFill>
                <a:latin typeface="+mn-lt"/>
                <a:ea typeface="+mn-ea"/>
                <a:cs typeface="+mn-cs"/>
              </a:defRPr>
            </a:lvl4pPr>
            <a:lvl5pPr marL="1828800" algn="l" defTabSz="457200">
              <a:buNone/>
              <a:defRPr sz="1800" kern="1200">
                <a:solidFill>
                  <a:schemeClr val="lt1"/>
                </a:solidFill>
                <a:latin typeface="+mn-lt"/>
                <a:ea typeface="+mn-ea"/>
                <a:cs typeface="+mn-cs"/>
              </a:defRPr>
            </a:lvl5pPr>
            <a:lvl6pPr marL="2286000" algn="l" defTabSz="457200">
              <a:buNone/>
              <a:defRPr sz="1800" kern="1200">
                <a:solidFill>
                  <a:schemeClr val="lt1"/>
                </a:solidFill>
                <a:latin typeface="+mn-lt"/>
                <a:ea typeface="+mn-ea"/>
                <a:cs typeface="+mn-cs"/>
              </a:defRPr>
            </a:lvl6pPr>
            <a:lvl7pPr marL="2743200" algn="l" defTabSz="457200">
              <a:buNone/>
              <a:defRPr sz="1800" kern="1200">
                <a:solidFill>
                  <a:schemeClr val="lt1"/>
                </a:solidFill>
                <a:latin typeface="+mn-lt"/>
                <a:ea typeface="+mn-ea"/>
                <a:cs typeface="+mn-cs"/>
              </a:defRPr>
            </a:lvl7pPr>
            <a:lvl8pPr marL="3200400" algn="l" defTabSz="457200">
              <a:buNone/>
              <a:defRPr sz="1800" kern="1200">
                <a:solidFill>
                  <a:schemeClr val="lt1"/>
                </a:solidFill>
                <a:latin typeface="+mn-lt"/>
                <a:ea typeface="+mn-ea"/>
                <a:cs typeface="+mn-cs"/>
              </a:defRPr>
            </a:lvl8pPr>
            <a:lvl9pPr marL="3657600" algn="l" defTabSz="457200">
              <a:buNone/>
              <a:defRPr sz="1800" kern="1200">
                <a:solidFill>
                  <a:schemeClr val="lt1"/>
                </a:solidFill>
                <a:latin typeface="+mn-lt"/>
                <a:ea typeface="+mn-ea"/>
                <a:cs typeface="+mn-cs"/>
              </a:defRPr>
            </a:lvl9pPr>
          </a:lstStyle>
          <a:p>
            <a:pPr algn="ctr">
              <a:defRPr sz="2500" b="1">
                <a:solidFill>
                  <a:srgbClr val="FFFFFF"/>
                </a:solidFill>
                <a:latin typeface="Times New Roman"/>
                <a:ea typeface="Times New Roman"/>
                <a:cs typeface="Times New Roman"/>
              </a:defRPr>
            </a:pPr>
            <a:r>
              <a:rPr lang="en-IN" sz="2500" b="1" dirty="0">
                <a:solidFill>
                  <a:srgbClr val="FFFFFF"/>
                </a:solidFill>
                <a:latin typeface="Times New Roman"/>
              </a:rPr>
              <a:t>System Architecture</a:t>
            </a:r>
            <a:endParaRPr sz="2500" b="1" dirty="0">
              <a:solidFill>
                <a:srgbClr val="FFFFFF"/>
              </a:solidFill>
              <a:latin typeface="Times New Roman"/>
              <a:ea typeface="Times New Roman"/>
              <a:cs typeface="Times New Roman"/>
            </a:endParaRPr>
          </a:p>
        </p:txBody>
      </p:sp>
      <p:pic>
        <p:nvPicPr>
          <p:cNvPr id="9" name="Picture 8">
            <a:extLst>
              <a:ext uri="{FF2B5EF4-FFF2-40B4-BE49-F238E27FC236}">
                <a16:creationId xmlns:a16="http://schemas.microsoft.com/office/drawing/2014/main" id="{4F0E60C4-0AB4-75F0-1FAB-781A35AF63DA}"/>
              </a:ext>
            </a:extLst>
          </p:cNvPr>
          <p:cNvPicPr>
            <a:picLocks noChangeAspect="1"/>
          </p:cNvPicPr>
          <p:nvPr/>
        </p:nvPicPr>
        <p:blipFill>
          <a:blip r:embed="rId4"/>
          <a:stretch>
            <a:fillRect/>
          </a:stretch>
        </p:blipFill>
        <p:spPr>
          <a:xfrm>
            <a:off x="2303726" y="1357225"/>
            <a:ext cx="7306734" cy="4495799"/>
          </a:xfrm>
          <a:prstGeom prst="rect">
            <a:avLst/>
          </a:prstGeom>
        </p:spPr>
      </p:pic>
    </p:spTree>
    <p:extLst>
      <p:ext uri="{BB962C8B-B14F-4D97-AF65-F5344CB8AC3E}">
        <p14:creationId xmlns:p14="http://schemas.microsoft.com/office/powerpoint/2010/main" val="2218880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48015E-43AF-8F2C-C457-3884917814CF}"/>
            </a:ext>
          </a:extLst>
        </p:cNvPr>
        <p:cNvGrpSpPr/>
        <p:nvPr/>
      </p:nvGrpSpPr>
      <p:grpSpPr>
        <a:xfrm>
          <a:off x="0" y="0"/>
          <a:ext cx="0" cy="0"/>
          <a:chOff x="0" y="0"/>
          <a:chExt cx="0" cy="0"/>
        </a:xfrm>
      </p:grpSpPr>
      <p:pic>
        <p:nvPicPr>
          <p:cNvPr id="2" name="object 2">
            <a:extLst>
              <a:ext uri="{FF2B5EF4-FFF2-40B4-BE49-F238E27FC236}">
                <a16:creationId xmlns:a16="http://schemas.microsoft.com/office/drawing/2014/main" id="{40842A25-1950-0914-9741-180C261C19EE}"/>
              </a:ext>
            </a:extLst>
          </p:cNvPr>
          <p:cNvPicPr/>
          <p:nvPr/>
        </p:nvPicPr>
        <p:blipFill>
          <a:blip r:embed="rId2" cstate="print"/>
          <a:stretch>
            <a:fillRect/>
          </a:stretch>
        </p:blipFill>
        <p:spPr>
          <a:xfrm>
            <a:off x="10918569" y="405860"/>
            <a:ext cx="931503" cy="323776"/>
          </a:xfrm>
          <a:prstGeom prst="rect">
            <a:avLst/>
          </a:prstGeom>
        </p:spPr>
      </p:pic>
      <p:grpSp>
        <p:nvGrpSpPr>
          <p:cNvPr id="3" name="object 3">
            <a:extLst>
              <a:ext uri="{FF2B5EF4-FFF2-40B4-BE49-F238E27FC236}">
                <a16:creationId xmlns:a16="http://schemas.microsoft.com/office/drawing/2014/main" id="{645EEC4C-5D8E-788E-7DE4-7B157460FDBC}"/>
              </a:ext>
            </a:extLst>
          </p:cNvPr>
          <p:cNvGrpSpPr/>
          <p:nvPr/>
        </p:nvGrpSpPr>
        <p:grpSpPr>
          <a:xfrm>
            <a:off x="-1586" y="2085975"/>
            <a:ext cx="12200255" cy="4564380"/>
            <a:chOff x="-1586" y="2085975"/>
            <a:chExt cx="12200255" cy="4564380"/>
          </a:xfrm>
        </p:grpSpPr>
        <p:sp>
          <p:nvSpPr>
            <p:cNvPr id="4" name="object 4">
              <a:extLst>
                <a:ext uri="{FF2B5EF4-FFF2-40B4-BE49-F238E27FC236}">
                  <a16:creationId xmlns:a16="http://schemas.microsoft.com/office/drawing/2014/main" id="{DFAE7A7B-1306-B0C6-168A-B8B9607D7022}"/>
                </a:ext>
              </a:extLst>
            </p:cNvPr>
            <p:cNvSpPr/>
            <p:nvPr/>
          </p:nvSpPr>
          <p:spPr>
            <a:xfrm>
              <a:off x="4763" y="6615112"/>
              <a:ext cx="12187555" cy="28575"/>
            </a:xfrm>
            <a:custGeom>
              <a:avLst/>
              <a:gdLst/>
              <a:ahLst/>
              <a:cxnLst/>
              <a:rect l="l" t="t" r="r" b="b"/>
              <a:pathLst>
                <a:path w="12187555" h="28575">
                  <a:moveTo>
                    <a:pt x="12187236" y="0"/>
                  </a:moveTo>
                  <a:lnTo>
                    <a:pt x="0" y="0"/>
                  </a:lnTo>
                  <a:lnTo>
                    <a:pt x="0" y="28575"/>
                  </a:lnTo>
                  <a:lnTo>
                    <a:pt x="12187236" y="28575"/>
                  </a:lnTo>
                  <a:lnTo>
                    <a:pt x="12187236" y="0"/>
                  </a:lnTo>
                  <a:close/>
                </a:path>
              </a:pathLst>
            </a:custGeom>
            <a:solidFill>
              <a:srgbClr val="E97031"/>
            </a:solidFill>
          </p:spPr>
          <p:txBody>
            <a:bodyPr wrap="square" lIns="0" tIns="0" rIns="0" bIns="0" rtlCol="0"/>
            <a:lstStyle/>
            <a:p>
              <a:endParaRPr/>
            </a:p>
          </p:txBody>
        </p:sp>
        <p:sp>
          <p:nvSpPr>
            <p:cNvPr id="5" name="object 5">
              <a:extLst>
                <a:ext uri="{FF2B5EF4-FFF2-40B4-BE49-F238E27FC236}">
                  <a16:creationId xmlns:a16="http://schemas.microsoft.com/office/drawing/2014/main" id="{D65B4D48-0A3E-F066-5713-C97ACE3349C4}"/>
                </a:ext>
              </a:extLst>
            </p:cNvPr>
            <p:cNvSpPr/>
            <p:nvPr/>
          </p:nvSpPr>
          <p:spPr>
            <a:xfrm>
              <a:off x="4763" y="6615112"/>
              <a:ext cx="12187555" cy="28575"/>
            </a:xfrm>
            <a:custGeom>
              <a:avLst/>
              <a:gdLst/>
              <a:ahLst/>
              <a:cxnLst/>
              <a:rect l="l" t="t" r="r" b="b"/>
              <a:pathLst>
                <a:path w="12187555" h="28575">
                  <a:moveTo>
                    <a:pt x="12187236" y="0"/>
                  </a:moveTo>
                  <a:lnTo>
                    <a:pt x="0" y="0"/>
                  </a:lnTo>
                  <a:lnTo>
                    <a:pt x="0" y="28575"/>
                  </a:lnTo>
                  <a:lnTo>
                    <a:pt x="12187236" y="28575"/>
                  </a:lnTo>
                </a:path>
              </a:pathLst>
            </a:custGeom>
            <a:ln w="12700">
              <a:solidFill>
                <a:srgbClr val="F36F24"/>
              </a:solidFill>
            </a:ln>
          </p:spPr>
          <p:txBody>
            <a:bodyPr wrap="square" lIns="0" tIns="0" rIns="0" bIns="0" rtlCol="0"/>
            <a:lstStyle/>
            <a:p>
              <a:endParaRPr/>
            </a:p>
          </p:txBody>
        </p:sp>
        <p:pic>
          <p:nvPicPr>
            <p:cNvPr id="6" name="object 6">
              <a:extLst>
                <a:ext uri="{FF2B5EF4-FFF2-40B4-BE49-F238E27FC236}">
                  <a16:creationId xmlns:a16="http://schemas.microsoft.com/office/drawing/2014/main" id="{B88A8D12-B759-D6A4-5C5F-A92AD8CB6360}"/>
                </a:ext>
              </a:extLst>
            </p:cNvPr>
            <p:cNvPicPr/>
            <p:nvPr/>
          </p:nvPicPr>
          <p:blipFill>
            <a:blip r:embed="rId3" cstate="print"/>
            <a:stretch>
              <a:fillRect/>
            </a:stretch>
          </p:blipFill>
          <p:spPr>
            <a:xfrm>
              <a:off x="9791699" y="2085975"/>
              <a:ext cx="2400300" cy="4495800"/>
            </a:xfrm>
            <a:prstGeom prst="rect">
              <a:avLst/>
            </a:prstGeom>
          </p:spPr>
        </p:pic>
      </p:grpSp>
      <p:sp>
        <p:nvSpPr>
          <p:cNvPr id="8" name="object 8">
            <a:extLst>
              <a:ext uri="{FF2B5EF4-FFF2-40B4-BE49-F238E27FC236}">
                <a16:creationId xmlns:a16="http://schemas.microsoft.com/office/drawing/2014/main" id="{85A76B03-BDE8-EE1F-AD14-0E2A1D8553B1}"/>
              </a:ext>
            </a:extLst>
          </p:cNvPr>
          <p:cNvSpPr txBox="1"/>
          <p:nvPr/>
        </p:nvSpPr>
        <p:spPr>
          <a:xfrm>
            <a:off x="954404" y="1355303"/>
            <a:ext cx="9561196" cy="4919295"/>
          </a:xfrm>
          <a:prstGeom prst="rect">
            <a:avLst/>
          </a:prstGeom>
        </p:spPr>
        <p:txBody>
          <a:bodyPr vert="horz" wrap="square" lIns="0" tIns="12700" rIns="0" bIns="0" rtlCol="0">
            <a:spAutoFit/>
          </a:bodyPr>
          <a:lstStyle/>
          <a:p>
            <a:r>
              <a:rPr lang="en-IN" sz="2000" b="1" dirty="0">
                <a:latin typeface="Times New Roman" panose="02020603050405020304" pitchFamily="18" charset="0"/>
                <a:cs typeface="Times New Roman" panose="02020603050405020304" pitchFamily="18" charset="0"/>
              </a:rPr>
              <a:t>1. TF-IDF (Term Frequency–Inverse Document Frequency)</a:t>
            </a:r>
          </a:p>
          <a:p>
            <a:pPr marL="342900" lvl="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TF-IDF is a text-processing technique used to convert movie-related text into numerical vectors.</a:t>
            </a:r>
          </a:p>
          <a:p>
            <a:pPr marL="342900" lvl="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It </a:t>
            </a:r>
            <a:r>
              <a:rPr lang="en-IN" sz="2000" dirty="0" err="1">
                <a:latin typeface="Times New Roman" panose="02020603050405020304" pitchFamily="18" charset="0"/>
                <a:cs typeface="Times New Roman" panose="02020603050405020304" pitchFamily="18" charset="0"/>
              </a:rPr>
              <a:t>analyzes</a:t>
            </a:r>
            <a:r>
              <a:rPr lang="en-IN" sz="2000" dirty="0">
                <a:latin typeface="Times New Roman" panose="02020603050405020304" pitchFamily="18" charset="0"/>
                <a:cs typeface="Times New Roman" panose="02020603050405020304" pitchFamily="18" charset="0"/>
              </a:rPr>
              <a:t> information such as genres, keywords, cast, and director.</a:t>
            </a:r>
          </a:p>
          <a:p>
            <a:pPr marL="342900" lvl="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It assigns higher importance to words that help distinguish movies from others.</a:t>
            </a:r>
          </a:p>
          <a:p>
            <a:pPr marL="342900" lvl="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These numerical vectors help the system compare movie features.</a:t>
            </a:r>
          </a:p>
          <a:p>
            <a:pPr marL="342900" lvl="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In this project, TF-IDF is used to prepare text data for movie recommendations.</a:t>
            </a:r>
          </a:p>
          <a:p>
            <a:pPr marL="342900" lvl="0" indent="-342900">
              <a:buFont typeface="Arial" panose="020B0604020202020204" pitchFamily="34" charset="0"/>
              <a:buChar char="•"/>
            </a:pPr>
            <a:endParaRPr lang="en-IN" sz="2000" dirty="0">
              <a:latin typeface="Times New Roman" panose="02020603050405020304" pitchFamily="18" charset="0"/>
              <a:cs typeface="Times New Roman" panose="02020603050405020304" pitchFamily="18" charset="0"/>
            </a:endParaRPr>
          </a:p>
          <a:p>
            <a:r>
              <a:rPr lang="en-IN" sz="2000" b="1" dirty="0">
                <a:latin typeface="Times New Roman" panose="02020603050405020304" pitchFamily="18" charset="0"/>
                <a:cs typeface="Times New Roman" panose="02020603050405020304" pitchFamily="18" charset="0"/>
              </a:rPr>
              <a:t>2. Cosine Similarity</a:t>
            </a:r>
          </a:p>
          <a:p>
            <a:pPr marL="342900" lvl="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Cosine similarity measures the similarity between two numerical text vectors.</a:t>
            </a:r>
          </a:p>
          <a:p>
            <a:pPr marL="342900" lvl="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It calculates the cosine of the angle between the vectors.</a:t>
            </a:r>
          </a:p>
          <a:p>
            <a:pPr marL="342900" lvl="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A score closer to 1 indicates greater similarity, while a score closer to 0 indicates less similarity for typical non-negative TF-IDF vectors.</a:t>
            </a:r>
          </a:p>
          <a:p>
            <a:pPr marL="342900" lvl="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It helps identify movies with similar genres, keywords, and other text features.</a:t>
            </a:r>
          </a:p>
          <a:p>
            <a:pPr marL="342900" lvl="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In this project, cosine distance is also used to find the nearest matching movies.</a:t>
            </a:r>
          </a:p>
          <a:p>
            <a:pPr marL="355600" indent="-342900">
              <a:lnSpc>
                <a:spcPct val="100000"/>
              </a:lnSpc>
              <a:spcBef>
                <a:spcPts val="100"/>
              </a:spcBef>
              <a:buFont typeface="Arial"/>
              <a:buChar char="•"/>
              <a:tabLst>
                <a:tab pos="355600" algn="l"/>
              </a:tabLst>
            </a:pPr>
            <a:endParaRPr sz="1800" dirty="0">
              <a:latin typeface="Calibri"/>
              <a:cs typeface="Calibri"/>
            </a:endParaRPr>
          </a:p>
        </p:txBody>
      </p:sp>
      <p:sp>
        <p:nvSpPr>
          <p:cNvPr id="11" name="Rounded Rectangle 2">
            <a:extLst>
              <a:ext uri="{FF2B5EF4-FFF2-40B4-BE49-F238E27FC236}">
                <a16:creationId xmlns:a16="http://schemas.microsoft.com/office/drawing/2014/main" id="{9E137C7F-C07F-00CB-7994-AFAF8C7CDFE2}"/>
              </a:ext>
            </a:extLst>
          </p:cNvPr>
          <p:cNvSpPr>
            <a:spLocks noGrp="1"/>
          </p:cNvSpPr>
          <p:nvPr>
            <p:ph type="title"/>
          </p:nvPr>
        </p:nvSpPr>
        <p:spPr>
          <a:xfrm>
            <a:off x="1676400" y="583402"/>
            <a:ext cx="8561387" cy="504211"/>
          </a:xfrm>
          <a:prstGeom prst="roundRect">
            <a:avLst/>
          </a:prstGeom>
          <a:solidFill>
            <a:srgbClr val="F46A00"/>
          </a:solidFill>
          <a:ln>
            <a:solidFill>
              <a:srgbClr val="D65000"/>
            </a:solidFill>
          </a:ln>
        </p:spPr>
        <p:style>
          <a:lnRef idx="1">
            <a:schemeClr val="accent1"/>
          </a:lnRef>
          <a:fillRef idx="3">
            <a:schemeClr val="accent1"/>
          </a:fillRef>
          <a:effectRef idx="2">
            <a:schemeClr val="accent1"/>
          </a:effectRef>
          <a:fontRef idx="minor">
            <a:schemeClr val="lt1"/>
          </a:fontRef>
        </p:style>
        <p:txBody>
          <a:bodyPr wrap="square" anchor="ctr">
            <a:noAutofit/>
          </a:bodyPr>
          <a:lstStyle>
            <a:defPPr>
              <a:buNone/>
            </a:defPPr>
            <a:lvl1pPr marL="0" algn="l" defTabSz="457200">
              <a:buNone/>
              <a:defRPr sz="1800" kern="1200">
                <a:solidFill>
                  <a:schemeClr val="lt1"/>
                </a:solidFill>
                <a:latin typeface="+mn-lt"/>
                <a:ea typeface="+mn-ea"/>
                <a:cs typeface="+mn-cs"/>
              </a:defRPr>
            </a:lvl1pPr>
            <a:lvl2pPr marL="457200" algn="l" defTabSz="457200">
              <a:buNone/>
              <a:defRPr sz="1800" kern="1200">
                <a:solidFill>
                  <a:schemeClr val="lt1"/>
                </a:solidFill>
                <a:latin typeface="+mn-lt"/>
                <a:ea typeface="+mn-ea"/>
                <a:cs typeface="+mn-cs"/>
              </a:defRPr>
            </a:lvl2pPr>
            <a:lvl3pPr marL="914400" algn="l" defTabSz="457200">
              <a:buNone/>
              <a:defRPr sz="1800" kern="1200">
                <a:solidFill>
                  <a:schemeClr val="lt1"/>
                </a:solidFill>
                <a:latin typeface="+mn-lt"/>
                <a:ea typeface="+mn-ea"/>
                <a:cs typeface="+mn-cs"/>
              </a:defRPr>
            </a:lvl3pPr>
            <a:lvl4pPr marL="1371600" algn="l" defTabSz="457200">
              <a:buNone/>
              <a:defRPr sz="1800" kern="1200">
                <a:solidFill>
                  <a:schemeClr val="lt1"/>
                </a:solidFill>
                <a:latin typeface="+mn-lt"/>
                <a:ea typeface="+mn-ea"/>
                <a:cs typeface="+mn-cs"/>
              </a:defRPr>
            </a:lvl4pPr>
            <a:lvl5pPr marL="1828800" algn="l" defTabSz="457200">
              <a:buNone/>
              <a:defRPr sz="1800" kern="1200">
                <a:solidFill>
                  <a:schemeClr val="lt1"/>
                </a:solidFill>
                <a:latin typeface="+mn-lt"/>
                <a:ea typeface="+mn-ea"/>
                <a:cs typeface="+mn-cs"/>
              </a:defRPr>
            </a:lvl5pPr>
            <a:lvl6pPr marL="2286000" algn="l" defTabSz="457200">
              <a:buNone/>
              <a:defRPr sz="1800" kern="1200">
                <a:solidFill>
                  <a:schemeClr val="lt1"/>
                </a:solidFill>
                <a:latin typeface="+mn-lt"/>
                <a:ea typeface="+mn-ea"/>
                <a:cs typeface="+mn-cs"/>
              </a:defRPr>
            </a:lvl6pPr>
            <a:lvl7pPr marL="2743200" algn="l" defTabSz="457200">
              <a:buNone/>
              <a:defRPr sz="1800" kern="1200">
                <a:solidFill>
                  <a:schemeClr val="lt1"/>
                </a:solidFill>
                <a:latin typeface="+mn-lt"/>
                <a:ea typeface="+mn-ea"/>
                <a:cs typeface="+mn-cs"/>
              </a:defRPr>
            </a:lvl7pPr>
            <a:lvl8pPr marL="3200400" algn="l" defTabSz="457200">
              <a:buNone/>
              <a:defRPr sz="1800" kern="1200">
                <a:solidFill>
                  <a:schemeClr val="lt1"/>
                </a:solidFill>
                <a:latin typeface="+mn-lt"/>
                <a:ea typeface="+mn-ea"/>
                <a:cs typeface="+mn-cs"/>
              </a:defRPr>
            </a:lvl8pPr>
            <a:lvl9pPr marL="3657600" algn="l" defTabSz="457200">
              <a:buNone/>
              <a:defRPr sz="1800" kern="1200">
                <a:solidFill>
                  <a:schemeClr val="lt1"/>
                </a:solidFill>
                <a:latin typeface="+mn-lt"/>
                <a:ea typeface="+mn-ea"/>
                <a:cs typeface="+mn-cs"/>
              </a:defRPr>
            </a:lvl9pPr>
          </a:lstStyle>
          <a:p>
            <a:pPr algn="ctr">
              <a:defRPr sz="2500" b="1">
                <a:solidFill>
                  <a:srgbClr val="FFFFFF"/>
                </a:solidFill>
                <a:latin typeface="Times New Roman"/>
                <a:ea typeface="Times New Roman"/>
                <a:cs typeface="Times New Roman"/>
              </a:defRPr>
            </a:pPr>
            <a:r>
              <a:rPr lang="en-IN" sz="2500" b="1" dirty="0">
                <a:solidFill>
                  <a:srgbClr val="FFFFFF"/>
                </a:solidFill>
                <a:latin typeface="Times New Roman"/>
              </a:rPr>
              <a:t>Machine Learning Algorithms Used</a:t>
            </a:r>
            <a:endParaRPr sz="2500" b="1" dirty="0">
              <a:solidFill>
                <a:srgbClr val="FFFFFF"/>
              </a:solidFill>
              <a:latin typeface="Times New Roman"/>
              <a:ea typeface="Times New Roman"/>
              <a:cs typeface="Times New Roman"/>
            </a:endParaRPr>
          </a:p>
        </p:txBody>
      </p:sp>
    </p:spTree>
    <p:extLst>
      <p:ext uri="{BB962C8B-B14F-4D97-AF65-F5344CB8AC3E}">
        <p14:creationId xmlns:p14="http://schemas.microsoft.com/office/powerpoint/2010/main" val="12167754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23ECC7-FB12-4BD3-D3EA-2282F0BD8D90}"/>
            </a:ext>
          </a:extLst>
        </p:cNvPr>
        <p:cNvGrpSpPr/>
        <p:nvPr/>
      </p:nvGrpSpPr>
      <p:grpSpPr>
        <a:xfrm>
          <a:off x="0" y="0"/>
          <a:ext cx="0" cy="0"/>
          <a:chOff x="0" y="0"/>
          <a:chExt cx="0" cy="0"/>
        </a:xfrm>
      </p:grpSpPr>
      <p:pic>
        <p:nvPicPr>
          <p:cNvPr id="2" name="object 2">
            <a:extLst>
              <a:ext uri="{FF2B5EF4-FFF2-40B4-BE49-F238E27FC236}">
                <a16:creationId xmlns:a16="http://schemas.microsoft.com/office/drawing/2014/main" id="{31686091-137D-B758-6A03-79C00D3D7A82}"/>
              </a:ext>
            </a:extLst>
          </p:cNvPr>
          <p:cNvPicPr/>
          <p:nvPr/>
        </p:nvPicPr>
        <p:blipFill>
          <a:blip r:embed="rId2" cstate="print"/>
          <a:stretch>
            <a:fillRect/>
          </a:stretch>
        </p:blipFill>
        <p:spPr>
          <a:xfrm>
            <a:off x="10918569" y="405860"/>
            <a:ext cx="931503" cy="323776"/>
          </a:xfrm>
          <a:prstGeom prst="rect">
            <a:avLst/>
          </a:prstGeom>
        </p:spPr>
      </p:pic>
      <p:grpSp>
        <p:nvGrpSpPr>
          <p:cNvPr id="3" name="object 3">
            <a:extLst>
              <a:ext uri="{FF2B5EF4-FFF2-40B4-BE49-F238E27FC236}">
                <a16:creationId xmlns:a16="http://schemas.microsoft.com/office/drawing/2014/main" id="{B9DAC4F8-2A29-BB59-0C6A-EAC1C49E34BB}"/>
              </a:ext>
            </a:extLst>
          </p:cNvPr>
          <p:cNvGrpSpPr/>
          <p:nvPr/>
        </p:nvGrpSpPr>
        <p:grpSpPr>
          <a:xfrm>
            <a:off x="-1586" y="2085975"/>
            <a:ext cx="12200255" cy="4564380"/>
            <a:chOff x="-1586" y="2085975"/>
            <a:chExt cx="12200255" cy="4564380"/>
          </a:xfrm>
        </p:grpSpPr>
        <p:sp>
          <p:nvSpPr>
            <p:cNvPr id="4" name="object 4">
              <a:extLst>
                <a:ext uri="{FF2B5EF4-FFF2-40B4-BE49-F238E27FC236}">
                  <a16:creationId xmlns:a16="http://schemas.microsoft.com/office/drawing/2014/main" id="{DB85EFF3-152A-667F-ACCB-4BD1758A449C}"/>
                </a:ext>
              </a:extLst>
            </p:cNvPr>
            <p:cNvSpPr/>
            <p:nvPr/>
          </p:nvSpPr>
          <p:spPr>
            <a:xfrm>
              <a:off x="4763" y="6615112"/>
              <a:ext cx="12187555" cy="28575"/>
            </a:xfrm>
            <a:custGeom>
              <a:avLst/>
              <a:gdLst/>
              <a:ahLst/>
              <a:cxnLst/>
              <a:rect l="l" t="t" r="r" b="b"/>
              <a:pathLst>
                <a:path w="12187555" h="28575">
                  <a:moveTo>
                    <a:pt x="12187236" y="0"/>
                  </a:moveTo>
                  <a:lnTo>
                    <a:pt x="0" y="0"/>
                  </a:lnTo>
                  <a:lnTo>
                    <a:pt x="0" y="28575"/>
                  </a:lnTo>
                  <a:lnTo>
                    <a:pt x="12187236" y="28575"/>
                  </a:lnTo>
                  <a:lnTo>
                    <a:pt x="12187236" y="0"/>
                  </a:lnTo>
                  <a:close/>
                </a:path>
              </a:pathLst>
            </a:custGeom>
            <a:solidFill>
              <a:srgbClr val="E97031"/>
            </a:solidFill>
          </p:spPr>
          <p:txBody>
            <a:bodyPr wrap="square" lIns="0" tIns="0" rIns="0" bIns="0" rtlCol="0"/>
            <a:lstStyle/>
            <a:p>
              <a:endParaRPr/>
            </a:p>
          </p:txBody>
        </p:sp>
        <p:sp>
          <p:nvSpPr>
            <p:cNvPr id="5" name="object 5">
              <a:extLst>
                <a:ext uri="{FF2B5EF4-FFF2-40B4-BE49-F238E27FC236}">
                  <a16:creationId xmlns:a16="http://schemas.microsoft.com/office/drawing/2014/main" id="{5A3D6497-BF7F-A32E-CF39-0670D6209757}"/>
                </a:ext>
              </a:extLst>
            </p:cNvPr>
            <p:cNvSpPr/>
            <p:nvPr/>
          </p:nvSpPr>
          <p:spPr>
            <a:xfrm>
              <a:off x="4763" y="6615112"/>
              <a:ext cx="12187555" cy="28575"/>
            </a:xfrm>
            <a:custGeom>
              <a:avLst/>
              <a:gdLst/>
              <a:ahLst/>
              <a:cxnLst/>
              <a:rect l="l" t="t" r="r" b="b"/>
              <a:pathLst>
                <a:path w="12187555" h="28575">
                  <a:moveTo>
                    <a:pt x="12187236" y="0"/>
                  </a:moveTo>
                  <a:lnTo>
                    <a:pt x="0" y="0"/>
                  </a:lnTo>
                  <a:lnTo>
                    <a:pt x="0" y="28575"/>
                  </a:lnTo>
                  <a:lnTo>
                    <a:pt x="12187236" y="28575"/>
                  </a:lnTo>
                </a:path>
              </a:pathLst>
            </a:custGeom>
            <a:ln w="12700">
              <a:solidFill>
                <a:srgbClr val="F36F24"/>
              </a:solidFill>
            </a:ln>
          </p:spPr>
          <p:txBody>
            <a:bodyPr wrap="square" lIns="0" tIns="0" rIns="0" bIns="0" rtlCol="0"/>
            <a:lstStyle/>
            <a:p>
              <a:endParaRPr/>
            </a:p>
          </p:txBody>
        </p:sp>
        <p:pic>
          <p:nvPicPr>
            <p:cNvPr id="6" name="object 6">
              <a:extLst>
                <a:ext uri="{FF2B5EF4-FFF2-40B4-BE49-F238E27FC236}">
                  <a16:creationId xmlns:a16="http://schemas.microsoft.com/office/drawing/2014/main" id="{A0BE20F0-605C-67C7-7533-60B410BEDB6D}"/>
                </a:ext>
              </a:extLst>
            </p:cNvPr>
            <p:cNvPicPr/>
            <p:nvPr/>
          </p:nvPicPr>
          <p:blipFill>
            <a:blip r:embed="rId3" cstate="print"/>
            <a:stretch>
              <a:fillRect/>
            </a:stretch>
          </p:blipFill>
          <p:spPr>
            <a:xfrm>
              <a:off x="9791699" y="2085975"/>
              <a:ext cx="2400300" cy="4495800"/>
            </a:xfrm>
            <a:prstGeom prst="rect">
              <a:avLst/>
            </a:prstGeom>
          </p:spPr>
        </p:pic>
      </p:grpSp>
      <p:sp>
        <p:nvSpPr>
          <p:cNvPr id="8" name="object 8">
            <a:extLst>
              <a:ext uri="{FF2B5EF4-FFF2-40B4-BE49-F238E27FC236}">
                <a16:creationId xmlns:a16="http://schemas.microsoft.com/office/drawing/2014/main" id="{BF9ED434-189C-36F6-D9AC-0B38171FB831}"/>
              </a:ext>
            </a:extLst>
          </p:cNvPr>
          <p:cNvSpPr txBox="1"/>
          <p:nvPr/>
        </p:nvSpPr>
        <p:spPr>
          <a:xfrm>
            <a:off x="954404" y="1355303"/>
            <a:ext cx="9561196" cy="5214248"/>
          </a:xfrm>
          <a:prstGeom prst="rect">
            <a:avLst/>
          </a:prstGeom>
        </p:spPr>
        <p:txBody>
          <a:bodyPr vert="horz" wrap="square" lIns="0" tIns="12700" rIns="0" bIns="0" rtlCol="0">
            <a:spAutoFit/>
          </a:bodyPr>
          <a:lstStyle/>
          <a:p>
            <a:r>
              <a:rPr lang="en-IN" sz="2000" b="1" dirty="0">
                <a:latin typeface="Times New Roman" panose="02020603050405020304" pitchFamily="18" charset="0"/>
                <a:cs typeface="Times New Roman" panose="02020603050405020304" pitchFamily="18" charset="0"/>
              </a:rPr>
              <a:t>3. k-Nearest </a:t>
            </a:r>
            <a:r>
              <a:rPr lang="en-IN" sz="2000" b="1" dirty="0" err="1">
                <a:latin typeface="Times New Roman" panose="02020603050405020304" pitchFamily="18" charset="0"/>
                <a:cs typeface="Times New Roman" panose="02020603050405020304" pitchFamily="18" charset="0"/>
              </a:rPr>
              <a:t>Neighbors</a:t>
            </a:r>
            <a:r>
              <a:rPr lang="en-IN" sz="2000" b="1" dirty="0">
                <a:latin typeface="Times New Roman" panose="02020603050405020304" pitchFamily="18" charset="0"/>
                <a:cs typeface="Times New Roman" panose="02020603050405020304" pitchFamily="18" charset="0"/>
              </a:rPr>
              <a:t> (</a:t>
            </a:r>
            <a:r>
              <a:rPr lang="en-IN" sz="2000" b="1" dirty="0" err="1">
                <a:latin typeface="Times New Roman" panose="02020603050405020304" pitchFamily="18" charset="0"/>
                <a:cs typeface="Times New Roman" panose="02020603050405020304" pitchFamily="18" charset="0"/>
              </a:rPr>
              <a:t>kNN</a:t>
            </a:r>
            <a:r>
              <a:rPr lang="en-IN" sz="2000" b="1" dirty="0">
                <a:latin typeface="Times New Roman" panose="02020603050405020304" pitchFamily="18" charset="0"/>
                <a:cs typeface="Times New Roman" panose="02020603050405020304" pitchFamily="18" charset="0"/>
              </a:rPr>
              <a:t>)</a:t>
            </a:r>
          </a:p>
          <a:p>
            <a:pPr marL="342900" lvl="0" indent="-342900">
              <a:buFont typeface="Arial" panose="020B0604020202020204" pitchFamily="34" charset="0"/>
              <a:buChar char="•"/>
            </a:pPr>
            <a:r>
              <a:rPr lang="en-IN" sz="2000" dirty="0" err="1">
                <a:latin typeface="Times New Roman" panose="02020603050405020304" pitchFamily="18" charset="0"/>
                <a:cs typeface="Times New Roman" panose="02020603050405020304" pitchFamily="18" charset="0"/>
              </a:rPr>
              <a:t>kNN</a:t>
            </a:r>
            <a:r>
              <a:rPr lang="en-IN" sz="2000" dirty="0">
                <a:latin typeface="Times New Roman" panose="02020603050405020304" pitchFamily="18" charset="0"/>
                <a:cs typeface="Times New Roman" panose="02020603050405020304" pitchFamily="18" charset="0"/>
              </a:rPr>
              <a:t> is a machine learning algorithm used to find the nearest data points to a selected item.</a:t>
            </a:r>
          </a:p>
          <a:p>
            <a:pPr marL="342900" lvl="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It compares movies using their TF-IDF feature vectors.</a:t>
            </a:r>
          </a:p>
          <a:p>
            <a:pPr marL="342900" lvl="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The cosine distance metric helps identify movies with similar textual features.</a:t>
            </a:r>
          </a:p>
          <a:p>
            <a:pPr marL="342900" lvl="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The algorithm returns the nearest movies based on the selected movie.</a:t>
            </a:r>
          </a:p>
          <a:p>
            <a:pPr marL="342900" lvl="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In this project, </a:t>
            </a:r>
            <a:r>
              <a:rPr lang="en-IN" sz="2000" dirty="0" err="1">
                <a:latin typeface="Times New Roman" panose="02020603050405020304" pitchFamily="18" charset="0"/>
                <a:cs typeface="Times New Roman" panose="02020603050405020304" pitchFamily="18" charset="0"/>
              </a:rPr>
              <a:t>kNN</a:t>
            </a:r>
            <a:r>
              <a:rPr lang="en-IN" sz="2000" dirty="0">
                <a:latin typeface="Times New Roman" panose="02020603050405020304" pitchFamily="18" charset="0"/>
                <a:cs typeface="Times New Roman" panose="02020603050405020304" pitchFamily="18" charset="0"/>
              </a:rPr>
              <a:t> is used to recommend movies similar to the user's selection.</a:t>
            </a:r>
          </a:p>
          <a:p>
            <a:pPr lvl="0"/>
            <a:endParaRPr lang="en-IN" sz="2000" dirty="0">
              <a:latin typeface="Times New Roman" panose="02020603050405020304" pitchFamily="18" charset="0"/>
              <a:cs typeface="Times New Roman" panose="02020603050405020304" pitchFamily="18" charset="0"/>
            </a:endParaRPr>
          </a:p>
          <a:p>
            <a:r>
              <a:rPr lang="en-IN" sz="2000" b="1" dirty="0">
                <a:latin typeface="Times New Roman" panose="02020603050405020304" pitchFamily="18" charset="0"/>
                <a:cs typeface="Times New Roman" panose="02020603050405020304" pitchFamily="18" charset="0"/>
              </a:rPr>
              <a:t>4. K-Means Clustering</a:t>
            </a:r>
          </a:p>
          <a:p>
            <a:pPr marL="342900" lvl="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K-Means is an unsupervised machine learning algorithm used to group similar data points into clusters.</a:t>
            </a:r>
          </a:p>
          <a:p>
            <a:pPr marL="342900" lvl="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It divides the movie dataset into five clusters based on rating and popularity.</a:t>
            </a:r>
          </a:p>
          <a:p>
            <a:pPr marL="342900" lvl="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The algorithm groups movies according to similarities in these numerical features.</a:t>
            </a:r>
          </a:p>
          <a:p>
            <a:pPr marL="342900" lvl="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Feature scaling helps prevent differences in numerical ranges from dominating the clustering.</a:t>
            </a:r>
          </a:p>
          <a:p>
            <a:pPr marL="342900" lvl="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In this project, users can select a cluster to explore its movies and characteristics.</a:t>
            </a:r>
          </a:p>
          <a:p>
            <a:endParaRPr sz="1800" dirty="0">
              <a:latin typeface="Calibri"/>
              <a:cs typeface="Calibri"/>
            </a:endParaRPr>
          </a:p>
        </p:txBody>
      </p:sp>
      <p:sp>
        <p:nvSpPr>
          <p:cNvPr id="11" name="Rounded Rectangle 2">
            <a:extLst>
              <a:ext uri="{FF2B5EF4-FFF2-40B4-BE49-F238E27FC236}">
                <a16:creationId xmlns:a16="http://schemas.microsoft.com/office/drawing/2014/main" id="{75C2A416-634E-25DE-7B52-C7AD8385317B}"/>
              </a:ext>
            </a:extLst>
          </p:cNvPr>
          <p:cNvSpPr>
            <a:spLocks noGrp="1"/>
          </p:cNvSpPr>
          <p:nvPr>
            <p:ph type="title"/>
          </p:nvPr>
        </p:nvSpPr>
        <p:spPr>
          <a:xfrm>
            <a:off x="1676400" y="583402"/>
            <a:ext cx="8561387" cy="504211"/>
          </a:xfrm>
          <a:prstGeom prst="roundRect">
            <a:avLst/>
          </a:prstGeom>
          <a:solidFill>
            <a:srgbClr val="F46A00"/>
          </a:solidFill>
          <a:ln>
            <a:solidFill>
              <a:srgbClr val="D65000"/>
            </a:solidFill>
          </a:ln>
        </p:spPr>
        <p:style>
          <a:lnRef idx="1">
            <a:schemeClr val="accent1"/>
          </a:lnRef>
          <a:fillRef idx="3">
            <a:schemeClr val="accent1"/>
          </a:fillRef>
          <a:effectRef idx="2">
            <a:schemeClr val="accent1"/>
          </a:effectRef>
          <a:fontRef idx="minor">
            <a:schemeClr val="lt1"/>
          </a:fontRef>
        </p:style>
        <p:txBody>
          <a:bodyPr wrap="square" anchor="ctr">
            <a:noAutofit/>
          </a:bodyPr>
          <a:lstStyle>
            <a:defPPr>
              <a:buNone/>
            </a:defPPr>
            <a:lvl1pPr marL="0" algn="l" defTabSz="457200">
              <a:buNone/>
              <a:defRPr sz="1800" kern="1200">
                <a:solidFill>
                  <a:schemeClr val="lt1"/>
                </a:solidFill>
                <a:latin typeface="+mn-lt"/>
                <a:ea typeface="+mn-ea"/>
                <a:cs typeface="+mn-cs"/>
              </a:defRPr>
            </a:lvl1pPr>
            <a:lvl2pPr marL="457200" algn="l" defTabSz="457200">
              <a:buNone/>
              <a:defRPr sz="1800" kern="1200">
                <a:solidFill>
                  <a:schemeClr val="lt1"/>
                </a:solidFill>
                <a:latin typeface="+mn-lt"/>
                <a:ea typeface="+mn-ea"/>
                <a:cs typeface="+mn-cs"/>
              </a:defRPr>
            </a:lvl2pPr>
            <a:lvl3pPr marL="914400" algn="l" defTabSz="457200">
              <a:buNone/>
              <a:defRPr sz="1800" kern="1200">
                <a:solidFill>
                  <a:schemeClr val="lt1"/>
                </a:solidFill>
                <a:latin typeface="+mn-lt"/>
                <a:ea typeface="+mn-ea"/>
                <a:cs typeface="+mn-cs"/>
              </a:defRPr>
            </a:lvl3pPr>
            <a:lvl4pPr marL="1371600" algn="l" defTabSz="457200">
              <a:buNone/>
              <a:defRPr sz="1800" kern="1200">
                <a:solidFill>
                  <a:schemeClr val="lt1"/>
                </a:solidFill>
                <a:latin typeface="+mn-lt"/>
                <a:ea typeface="+mn-ea"/>
                <a:cs typeface="+mn-cs"/>
              </a:defRPr>
            </a:lvl4pPr>
            <a:lvl5pPr marL="1828800" algn="l" defTabSz="457200">
              <a:buNone/>
              <a:defRPr sz="1800" kern="1200">
                <a:solidFill>
                  <a:schemeClr val="lt1"/>
                </a:solidFill>
                <a:latin typeface="+mn-lt"/>
                <a:ea typeface="+mn-ea"/>
                <a:cs typeface="+mn-cs"/>
              </a:defRPr>
            </a:lvl5pPr>
            <a:lvl6pPr marL="2286000" algn="l" defTabSz="457200">
              <a:buNone/>
              <a:defRPr sz="1800" kern="1200">
                <a:solidFill>
                  <a:schemeClr val="lt1"/>
                </a:solidFill>
                <a:latin typeface="+mn-lt"/>
                <a:ea typeface="+mn-ea"/>
                <a:cs typeface="+mn-cs"/>
              </a:defRPr>
            </a:lvl6pPr>
            <a:lvl7pPr marL="2743200" algn="l" defTabSz="457200">
              <a:buNone/>
              <a:defRPr sz="1800" kern="1200">
                <a:solidFill>
                  <a:schemeClr val="lt1"/>
                </a:solidFill>
                <a:latin typeface="+mn-lt"/>
                <a:ea typeface="+mn-ea"/>
                <a:cs typeface="+mn-cs"/>
              </a:defRPr>
            </a:lvl7pPr>
            <a:lvl8pPr marL="3200400" algn="l" defTabSz="457200">
              <a:buNone/>
              <a:defRPr sz="1800" kern="1200">
                <a:solidFill>
                  <a:schemeClr val="lt1"/>
                </a:solidFill>
                <a:latin typeface="+mn-lt"/>
                <a:ea typeface="+mn-ea"/>
                <a:cs typeface="+mn-cs"/>
              </a:defRPr>
            </a:lvl8pPr>
            <a:lvl9pPr marL="3657600" algn="l" defTabSz="457200">
              <a:buNone/>
              <a:defRPr sz="1800" kern="1200">
                <a:solidFill>
                  <a:schemeClr val="lt1"/>
                </a:solidFill>
                <a:latin typeface="+mn-lt"/>
                <a:ea typeface="+mn-ea"/>
                <a:cs typeface="+mn-cs"/>
              </a:defRPr>
            </a:lvl9pPr>
          </a:lstStyle>
          <a:p>
            <a:pPr algn="ctr">
              <a:defRPr sz="2500" b="1">
                <a:solidFill>
                  <a:srgbClr val="FFFFFF"/>
                </a:solidFill>
                <a:latin typeface="Times New Roman"/>
                <a:ea typeface="Times New Roman"/>
                <a:cs typeface="Times New Roman"/>
              </a:defRPr>
            </a:pPr>
            <a:r>
              <a:rPr lang="en-IN" sz="2500" b="1" dirty="0">
                <a:solidFill>
                  <a:srgbClr val="FFFFFF"/>
                </a:solidFill>
                <a:latin typeface="Times New Roman"/>
              </a:rPr>
              <a:t>Machine Learning Algorithms Used</a:t>
            </a:r>
            <a:endParaRPr sz="2500" b="1" dirty="0">
              <a:solidFill>
                <a:srgbClr val="FFFFFF"/>
              </a:solidFill>
              <a:latin typeface="Times New Roman"/>
              <a:ea typeface="Times New Roman"/>
              <a:cs typeface="Times New Roman"/>
            </a:endParaRPr>
          </a:p>
        </p:txBody>
      </p:sp>
    </p:spTree>
    <p:extLst>
      <p:ext uri="{BB962C8B-B14F-4D97-AF65-F5344CB8AC3E}">
        <p14:creationId xmlns:p14="http://schemas.microsoft.com/office/powerpoint/2010/main" val="33262300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391E70-67C7-3226-2293-5DA6421ED1EB}"/>
            </a:ext>
          </a:extLst>
        </p:cNvPr>
        <p:cNvGrpSpPr/>
        <p:nvPr/>
      </p:nvGrpSpPr>
      <p:grpSpPr>
        <a:xfrm>
          <a:off x="0" y="0"/>
          <a:ext cx="0" cy="0"/>
          <a:chOff x="0" y="0"/>
          <a:chExt cx="0" cy="0"/>
        </a:xfrm>
      </p:grpSpPr>
      <p:pic>
        <p:nvPicPr>
          <p:cNvPr id="2" name="object 2">
            <a:extLst>
              <a:ext uri="{FF2B5EF4-FFF2-40B4-BE49-F238E27FC236}">
                <a16:creationId xmlns:a16="http://schemas.microsoft.com/office/drawing/2014/main" id="{63F72578-A2DC-B9B4-73E2-A77594676D37}"/>
              </a:ext>
            </a:extLst>
          </p:cNvPr>
          <p:cNvPicPr/>
          <p:nvPr/>
        </p:nvPicPr>
        <p:blipFill>
          <a:blip r:embed="rId2" cstate="print"/>
          <a:stretch>
            <a:fillRect/>
          </a:stretch>
        </p:blipFill>
        <p:spPr>
          <a:xfrm>
            <a:off x="10918569" y="405860"/>
            <a:ext cx="931503" cy="323776"/>
          </a:xfrm>
          <a:prstGeom prst="rect">
            <a:avLst/>
          </a:prstGeom>
        </p:spPr>
      </p:pic>
      <p:grpSp>
        <p:nvGrpSpPr>
          <p:cNvPr id="3" name="object 3">
            <a:extLst>
              <a:ext uri="{FF2B5EF4-FFF2-40B4-BE49-F238E27FC236}">
                <a16:creationId xmlns:a16="http://schemas.microsoft.com/office/drawing/2014/main" id="{D904DF9F-FD0E-1B27-9BA5-C74E9E22EC0E}"/>
              </a:ext>
            </a:extLst>
          </p:cNvPr>
          <p:cNvGrpSpPr/>
          <p:nvPr/>
        </p:nvGrpSpPr>
        <p:grpSpPr>
          <a:xfrm>
            <a:off x="-1586" y="2085975"/>
            <a:ext cx="12200255" cy="4564380"/>
            <a:chOff x="-1586" y="2085975"/>
            <a:chExt cx="12200255" cy="4564380"/>
          </a:xfrm>
        </p:grpSpPr>
        <p:sp>
          <p:nvSpPr>
            <p:cNvPr id="4" name="object 4">
              <a:extLst>
                <a:ext uri="{FF2B5EF4-FFF2-40B4-BE49-F238E27FC236}">
                  <a16:creationId xmlns:a16="http://schemas.microsoft.com/office/drawing/2014/main" id="{D4C38790-ECA7-9389-E1A9-3514956BFB73}"/>
                </a:ext>
              </a:extLst>
            </p:cNvPr>
            <p:cNvSpPr/>
            <p:nvPr/>
          </p:nvSpPr>
          <p:spPr>
            <a:xfrm>
              <a:off x="4763" y="6615112"/>
              <a:ext cx="12187555" cy="28575"/>
            </a:xfrm>
            <a:custGeom>
              <a:avLst/>
              <a:gdLst/>
              <a:ahLst/>
              <a:cxnLst/>
              <a:rect l="l" t="t" r="r" b="b"/>
              <a:pathLst>
                <a:path w="12187555" h="28575">
                  <a:moveTo>
                    <a:pt x="12187236" y="0"/>
                  </a:moveTo>
                  <a:lnTo>
                    <a:pt x="0" y="0"/>
                  </a:lnTo>
                  <a:lnTo>
                    <a:pt x="0" y="28575"/>
                  </a:lnTo>
                  <a:lnTo>
                    <a:pt x="12187236" y="28575"/>
                  </a:lnTo>
                  <a:lnTo>
                    <a:pt x="12187236" y="0"/>
                  </a:lnTo>
                  <a:close/>
                </a:path>
              </a:pathLst>
            </a:custGeom>
            <a:solidFill>
              <a:srgbClr val="E97031"/>
            </a:solidFill>
          </p:spPr>
          <p:txBody>
            <a:bodyPr wrap="square" lIns="0" tIns="0" rIns="0" bIns="0" rtlCol="0"/>
            <a:lstStyle/>
            <a:p>
              <a:endParaRPr/>
            </a:p>
          </p:txBody>
        </p:sp>
        <p:sp>
          <p:nvSpPr>
            <p:cNvPr id="5" name="object 5">
              <a:extLst>
                <a:ext uri="{FF2B5EF4-FFF2-40B4-BE49-F238E27FC236}">
                  <a16:creationId xmlns:a16="http://schemas.microsoft.com/office/drawing/2014/main" id="{7DC908C9-7D4B-8F57-1E6D-B97DAEDB25D0}"/>
                </a:ext>
              </a:extLst>
            </p:cNvPr>
            <p:cNvSpPr/>
            <p:nvPr/>
          </p:nvSpPr>
          <p:spPr>
            <a:xfrm>
              <a:off x="4763" y="6615112"/>
              <a:ext cx="12187555" cy="28575"/>
            </a:xfrm>
            <a:custGeom>
              <a:avLst/>
              <a:gdLst/>
              <a:ahLst/>
              <a:cxnLst/>
              <a:rect l="l" t="t" r="r" b="b"/>
              <a:pathLst>
                <a:path w="12187555" h="28575">
                  <a:moveTo>
                    <a:pt x="12187236" y="0"/>
                  </a:moveTo>
                  <a:lnTo>
                    <a:pt x="0" y="0"/>
                  </a:lnTo>
                  <a:lnTo>
                    <a:pt x="0" y="28575"/>
                  </a:lnTo>
                  <a:lnTo>
                    <a:pt x="12187236" y="28575"/>
                  </a:lnTo>
                </a:path>
              </a:pathLst>
            </a:custGeom>
            <a:ln w="12700">
              <a:solidFill>
                <a:srgbClr val="F36F24"/>
              </a:solidFill>
            </a:ln>
          </p:spPr>
          <p:txBody>
            <a:bodyPr wrap="square" lIns="0" tIns="0" rIns="0" bIns="0" rtlCol="0"/>
            <a:lstStyle/>
            <a:p>
              <a:endParaRPr/>
            </a:p>
          </p:txBody>
        </p:sp>
        <p:pic>
          <p:nvPicPr>
            <p:cNvPr id="6" name="object 6">
              <a:extLst>
                <a:ext uri="{FF2B5EF4-FFF2-40B4-BE49-F238E27FC236}">
                  <a16:creationId xmlns:a16="http://schemas.microsoft.com/office/drawing/2014/main" id="{3C36D266-7DD3-D94E-2E32-66E08FE73233}"/>
                </a:ext>
              </a:extLst>
            </p:cNvPr>
            <p:cNvPicPr/>
            <p:nvPr/>
          </p:nvPicPr>
          <p:blipFill>
            <a:blip r:embed="rId3" cstate="print"/>
            <a:stretch>
              <a:fillRect/>
            </a:stretch>
          </p:blipFill>
          <p:spPr>
            <a:xfrm>
              <a:off x="9791699" y="2085975"/>
              <a:ext cx="2400300" cy="4495800"/>
            </a:xfrm>
            <a:prstGeom prst="rect">
              <a:avLst/>
            </a:prstGeom>
          </p:spPr>
        </p:pic>
      </p:grpSp>
      <p:sp>
        <p:nvSpPr>
          <p:cNvPr id="11" name="Rounded Rectangle 2">
            <a:extLst>
              <a:ext uri="{FF2B5EF4-FFF2-40B4-BE49-F238E27FC236}">
                <a16:creationId xmlns:a16="http://schemas.microsoft.com/office/drawing/2014/main" id="{29DE1F25-15A8-8EAD-CBDC-DD7FA8E6F39D}"/>
              </a:ext>
            </a:extLst>
          </p:cNvPr>
          <p:cNvSpPr>
            <a:spLocks noGrp="1"/>
          </p:cNvSpPr>
          <p:nvPr>
            <p:ph type="title"/>
          </p:nvPr>
        </p:nvSpPr>
        <p:spPr>
          <a:xfrm>
            <a:off x="1676400" y="583402"/>
            <a:ext cx="8561387" cy="504211"/>
          </a:xfrm>
          <a:prstGeom prst="roundRect">
            <a:avLst/>
          </a:prstGeom>
          <a:solidFill>
            <a:srgbClr val="F46A00"/>
          </a:solidFill>
          <a:ln>
            <a:solidFill>
              <a:srgbClr val="D65000"/>
            </a:solidFill>
          </a:ln>
        </p:spPr>
        <p:style>
          <a:lnRef idx="1">
            <a:schemeClr val="accent1"/>
          </a:lnRef>
          <a:fillRef idx="3">
            <a:schemeClr val="accent1"/>
          </a:fillRef>
          <a:effectRef idx="2">
            <a:schemeClr val="accent1"/>
          </a:effectRef>
          <a:fontRef idx="minor">
            <a:schemeClr val="lt1"/>
          </a:fontRef>
        </p:style>
        <p:txBody>
          <a:bodyPr wrap="square" anchor="ctr">
            <a:noAutofit/>
          </a:bodyPr>
          <a:lstStyle>
            <a:defPPr>
              <a:buNone/>
            </a:defPPr>
            <a:lvl1pPr marL="0" algn="l" defTabSz="457200">
              <a:buNone/>
              <a:defRPr sz="1800" kern="1200">
                <a:solidFill>
                  <a:schemeClr val="lt1"/>
                </a:solidFill>
                <a:latin typeface="+mn-lt"/>
                <a:ea typeface="+mn-ea"/>
                <a:cs typeface="+mn-cs"/>
              </a:defRPr>
            </a:lvl1pPr>
            <a:lvl2pPr marL="457200" algn="l" defTabSz="457200">
              <a:buNone/>
              <a:defRPr sz="1800" kern="1200">
                <a:solidFill>
                  <a:schemeClr val="lt1"/>
                </a:solidFill>
                <a:latin typeface="+mn-lt"/>
                <a:ea typeface="+mn-ea"/>
                <a:cs typeface="+mn-cs"/>
              </a:defRPr>
            </a:lvl2pPr>
            <a:lvl3pPr marL="914400" algn="l" defTabSz="457200">
              <a:buNone/>
              <a:defRPr sz="1800" kern="1200">
                <a:solidFill>
                  <a:schemeClr val="lt1"/>
                </a:solidFill>
                <a:latin typeface="+mn-lt"/>
                <a:ea typeface="+mn-ea"/>
                <a:cs typeface="+mn-cs"/>
              </a:defRPr>
            </a:lvl3pPr>
            <a:lvl4pPr marL="1371600" algn="l" defTabSz="457200">
              <a:buNone/>
              <a:defRPr sz="1800" kern="1200">
                <a:solidFill>
                  <a:schemeClr val="lt1"/>
                </a:solidFill>
                <a:latin typeface="+mn-lt"/>
                <a:ea typeface="+mn-ea"/>
                <a:cs typeface="+mn-cs"/>
              </a:defRPr>
            </a:lvl4pPr>
            <a:lvl5pPr marL="1828800" algn="l" defTabSz="457200">
              <a:buNone/>
              <a:defRPr sz="1800" kern="1200">
                <a:solidFill>
                  <a:schemeClr val="lt1"/>
                </a:solidFill>
                <a:latin typeface="+mn-lt"/>
                <a:ea typeface="+mn-ea"/>
                <a:cs typeface="+mn-cs"/>
              </a:defRPr>
            </a:lvl5pPr>
            <a:lvl6pPr marL="2286000" algn="l" defTabSz="457200">
              <a:buNone/>
              <a:defRPr sz="1800" kern="1200">
                <a:solidFill>
                  <a:schemeClr val="lt1"/>
                </a:solidFill>
                <a:latin typeface="+mn-lt"/>
                <a:ea typeface="+mn-ea"/>
                <a:cs typeface="+mn-cs"/>
              </a:defRPr>
            </a:lvl6pPr>
            <a:lvl7pPr marL="2743200" algn="l" defTabSz="457200">
              <a:buNone/>
              <a:defRPr sz="1800" kern="1200">
                <a:solidFill>
                  <a:schemeClr val="lt1"/>
                </a:solidFill>
                <a:latin typeface="+mn-lt"/>
                <a:ea typeface="+mn-ea"/>
                <a:cs typeface="+mn-cs"/>
              </a:defRPr>
            </a:lvl7pPr>
            <a:lvl8pPr marL="3200400" algn="l" defTabSz="457200">
              <a:buNone/>
              <a:defRPr sz="1800" kern="1200">
                <a:solidFill>
                  <a:schemeClr val="lt1"/>
                </a:solidFill>
                <a:latin typeface="+mn-lt"/>
                <a:ea typeface="+mn-ea"/>
                <a:cs typeface="+mn-cs"/>
              </a:defRPr>
            </a:lvl8pPr>
            <a:lvl9pPr marL="3657600" algn="l" defTabSz="457200">
              <a:buNone/>
              <a:defRPr sz="1800" kern="1200">
                <a:solidFill>
                  <a:schemeClr val="lt1"/>
                </a:solidFill>
                <a:latin typeface="+mn-lt"/>
                <a:ea typeface="+mn-ea"/>
                <a:cs typeface="+mn-cs"/>
              </a:defRPr>
            </a:lvl9pPr>
          </a:lstStyle>
          <a:p>
            <a:pPr algn="ctr">
              <a:defRPr sz="2500" b="1">
                <a:solidFill>
                  <a:srgbClr val="FFFFFF"/>
                </a:solidFill>
                <a:latin typeface="Times New Roman"/>
                <a:ea typeface="Times New Roman"/>
                <a:cs typeface="Times New Roman"/>
              </a:defRPr>
            </a:pPr>
            <a:r>
              <a:rPr lang="en-IN" sz="2500" b="1" dirty="0">
                <a:solidFill>
                  <a:srgbClr val="FFFFFF"/>
                </a:solidFill>
                <a:latin typeface="Times New Roman"/>
              </a:rPr>
              <a:t>Main Modules </a:t>
            </a:r>
            <a:endParaRPr sz="2500" b="1" dirty="0">
              <a:solidFill>
                <a:srgbClr val="FFFFFF"/>
              </a:solidFill>
              <a:latin typeface="Times New Roman"/>
              <a:ea typeface="Times New Roman"/>
              <a:cs typeface="Times New Roman"/>
            </a:endParaRPr>
          </a:p>
        </p:txBody>
      </p:sp>
      <p:pic>
        <p:nvPicPr>
          <p:cNvPr id="9" name="Picture 8">
            <a:extLst>
              <a:ext uri="{FF2B5EF4-FFF2-40B4-BE49-F238E27FC236}">
                <a16:creationId xmlns:a16="http://schemas.microsoft.com/office/drawing/2014/main" id="{AB452ED1-79B6-F137-5E4F-06E2B82DE2F2}"/>
              </a:ext>
            </a:extLst>
          </p:cNvPr>
          <p:cNvPicPr>
            <a:picLocks noChangeAspect="1"/>
          </p:cNvPicPr>
          <p:nvPr/>
        </p:nvPicPr>
        <p:blipFill>
          <a:blip r:embed="rId4"/>
          <a:stretch>
            <a:fillRect/>
          </a:stretch>
        </p:blipFill>
        <p:spPr>
          <a:xfrm>
            <a:off x="1676400" y="1483870"/>
            <a:ext cx="8499618" cy="4231129"/>
          </a:xfrm>
          <a:prstGeom prst="rect">
            <a:avLst/>
          </a:prstGeom>
        </p:spPr>
      </p:pic>
    </p:spTree>
    <p:extLst>
      <p:ext uri="{BB962C8B-B14F-4D97-AF65-F5344CB8AC3E}">
        <p14:creationId xmlns:p14="http://schemas.microsoft.com/office/powerpoint/2010/main" val="21642393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F2F926-C60C-76FF-457C-863552D7B1B7}"/>
            </a:ext>
          </a:extLst>
        </p:cNvPr>
        <p:cNvGrpSpPr/>
        <p:nvPr/>
      </p:nvGrpSpPr>
      <p:grpSpPr>
        <a:xfrm>
          <a:off x="0" y="0"/>
          <a:ext cx="0" cy="0"/>
          <a:chOff x="0" y="0"/>
          <a:chExt cx="0" cy="0"/>
        </a:xfrm>
      </p:grpSpPr>
      <p:pic>
        <p:nvPicPr>
          <p:cNvPr id="2" name="object 2">
            <a:extLst>
              <a:ext uri="{FF2B5EF4-FFF2-40B4-BE49-F238E27FC236}">
                <a16:creationId xmlns:a16="http://schemas.microsoft.com/office/drawing/2014/main" id="{323A3CD2-EA05-2B0D-1B2F-EB18736CC96A}"/>
              </a:ext>
            </a:extLst>
          </p:cNvPr>
          <p:cNvPicPr/>
          <p:nvPr/>
        </p:nvPicPr>
        <p:blipFill>
          <a:blip r:embed="rId2" cstate="print"/>
          <a:stretch>
            <a:fillRect/>
          </a:stretch>
        </p:blipFill>
        <p:spPr>
          <a:xfrm>
            <a:off x="10918569" y="405860"/>
            <a:ext cx="931503" cy="323776"/>
          </a:xfrm>
          <a:prstGeom prst="rect">
            <a:avLst/>
          </a:prstGeom>
        </p:spPr>
      </p:pic>
      <p:grpSp>
        <p:nvGrpSpPr>
          <p:cNvPr id="3" name="object 3">
            <a:extLst>
              <a:ext uri="{FF2B5EF4-FFF2-40B4-BE49-F238E27FC236}">
                <a16:creationId xmlns:a16="http://schemas.microsoft.com/office/drawing/2014/main" id="{FF53AD9F-87F7-6DB1-A9FC-3AA3FB80EC6F}"/>
              </a:ext>
            </a:extLst>
          </p:cNvPr>
          <p:cNvGrpSpPr/>
          <p:nvPr/>
        </p:nvGrpSpPr>
        <p:grpSpPr>
          <a:xfrm>
            <a:off x="-1586" y="2085975"/>
            <a:ext cx="12200255" cy="4564380"/>
            <a:chOff x="-1586" y="2085975"/>
            <a:chExt cx="12200255" cy="4564380"/>
          </a:xfrm>
        </p:grpSpPr>
        <p:sp>
          <p:nvSpPr>
            <p:cNvPr id="4" name="object 4">
              <a:extLst>
                <a:ext uri="{FF2B5EF4-FFF2-40B4-BE49-F238E27FC236}">
                  <a16:creationId xmlns:a16="http://schemas.microsoft.com/office/drawing/2014/main" id="{33532A2A-0E45-F71D-5ECF-6D59F4FC0805}"/>
                </a:ext>
              </a:extLst>
            </p:cNvPr>
            <p:cNvSpPr/>
            <p:nvPr/>
          </p:nvSpPr>
          <p:spPr>
            <a:xfrm>
              <a:off x="4763" y="6615112"/>
              <a:ext cx="12187555" cy="28575"/>
            </a:xfrm>
            <a:custGeom>
              <a:avLst/>
              <a:gdLst/>
              <a:ahLst/>
              <a:cxnLst/>
              <a:rect l="l" t="t" r="r" b="b"/>
              <a:pathLst>
                <a:path w="12187555" h="28575">
                  <a:moveTo>
                    <a:pt x="12187236" y="0"/>
                  </a:moveTo>
                  <a:lnTo>
                    <a:pt x="0" y="0"/>
                  </a:lnTo>
                  <a:lnTo>
                    <a:pt x="0" y="28575"/>
                  </a:lnTo>
                  <a:lnTo>
                    <a:pt x="12187236" y="28575"/>
                  </a:lnTo>
                  <a:lnTo>
                    <a:pt x="12187236" y="0"/>
                  </a:lnTo>
                  <a:close/>
                </a:path>
              </a:pathLst>
            </a:custGeom>
            <a:solidFill>
              <a:srgbClr val="E97031"/>
            </a:solidFill>
          </p:spPr>
          <p:txBody>
            <a:bodyPr wrap="square" lIns="0" tIns="0" rIns="0" bIns="0" rtlCol="0"/>
            <a:lstStyle/>
            <a:p>
              <a:endParaRPr/>
            </a:p>
          </p:txBody>
        </p:sp>
        <p:sp>
          <p:nvSpPr>
            <p:cNvPr id="5" name="object 5">
              <a:extLst>
                <a:ext uri="{FF2B5EF4-FFF2-40B4-BE49-F238E27FC236}">
                  <a16:creationId xmlns:a16="http://schemas.microsoft.com/office/drawing/2014/main" id="{9A165774-EFFE-3677-13D7-9A58BEF3A49E}"/>
                </a:ext>
              </a:extLst>
            </p:cNvPr>
            <p:cNvSpPr/>
            <p:nvPr/>
          </p:nvSpPr>
          <p:spPr>
            <a:xfrm>
              <a:off x="4763" y="6615112"/>
              <a:ext cx="12187555" cy="28575"/>
            </a:xfrm>
            <a:custGeom>
              <a:avLst/>
              <a:gdLst/>
              <a:ahLst/>
              <a:cxnLst/>
              <a:rect l="l" t="t" r="r" b="b"/>
              <a:pathLst>
                <a:path w="12187555" h="28575">
                  <a:moveTo>
                    <a:pt x="12187236" y="0"/>
                  </a:moveTo>
                  <a:lnTo>
                    <a:pt x="0" y="0"/>
                  </a:lnTo>
                  <a:lnTo>
                    <a:pt x="0" y="28575"/>
                  </a:lnTo>
                  <a:lnTo>
                    <a:pt x="12187236" y="28575"/>
                  </a:lnTo>
                </a:path>
              </a:pathLst>
            </a:custGeom>
            <a:ln w="12700">
              <a:solidFill>
                <a:srgbClr val="F36F24"/>
              </a:solidFill>
            </a:ln>
          </p:spPr>
          <p:txBody>
            <a:bodyPr wrap="square" lIns="0" tIns="0" rIns="0" bIns="0" rtlCol="0"/>
            <a:lstStyle/>
            <a:p>
              <a:endParaRPr/>
            </a:p>
          </p:txBody>
        </p:sp>
        <p:pic>
          <p:nvPicPr>
            <p:cNvPr id="6" name="object 6">
              <a:extLst>
                <a:ext uri="{FF2B5EF4-FFF2-40B4-BE49-F238E27FC236}">
                  <a16:creationId xmlns:a16="http://schemas.microsoft.com/office/drawing/2014/main" id="{C6AF6A95-DF3E-6A08-DD00-AB3EF2E25E74}"/>
                </a:ext>
              </a:extLst>
            </p:cNvPr>
            <p:cNvPicPr/>
            <p:nvPr/>
          </p:nvPicPr>
          <p:blipFill>
            <a:blip r:embed="rId3" cstate="print"/>
            <a:stretch>
              <a:fillRect/>
            </a:stretch>
          </p:blipFill>
          <p:spPr>
            <a:xfrm>
              <a:off x="9791699" y="2085975"/>
              <a:ext cx="2400300" cy="4495800"/>
            </a:xfrm>
            <a:prstGeom prst="rect">
              <a:avLst/>
            </a:prstGeom>
          </p:spPr>
        </p:pic>
      </p:grpSp>
      <p:sp>
        <p:nvSpPr>
          <p:cNvPr id="11" name="Rounded Rectangle 2">
            <a:extLst>
              <a:ext uri="{FF2B5EF4-FFF2-40B4-BE49-F238E27FC236}">
                <a16:creationId xmlns:a16="http://schemas.microsoft.com/office/drawing/2014/main" id="{58709559-D097-A97F-B4E0-243EA46B8737}"/>
              </a:ext>
            </a:extLst>
          </p:cNvPr>
          <p:cNvSpPr>
            <a:spLocks noGrp="1"/>
          </p:cNvSpPr>
          <p:nvPr>
            <p:ph type="title"/>
          </p:nvPr>
        </p:nvSpPr>
        <p:spPr>
          <a:xfrm>
            <a:off x="1676400" y="583402"/>
            <a:ext cx="8561387" cy="504211"/>
          </a:xfrm>
          <a:prstGeom prst="roundRect">
            <a:avLst/>
          </a:prstGeom>
          <a:solidFill>
            <a:srgbClr val="F46A00"/>
          </a:solidFill>
          <a:ln>
            <a:solidFill>
              <a:srgbClr val="D65000"/>
            </a:solidFill>
          </a:ln>
        </p:spPr>
        <p:style>
          <a:lnRef idx="1">
            <a:schemeClr val="accent1"/>
          </a:lnRef>
          <a:fillRef idx="3">
            <a:schemeClr val="accent1"/>
          </a:fillRef>
          <a:effectRef idx="2">
            <a:schemeClr val="accent1"/>
          </a:effectRef>
          <a:fontRef idx="minor">
            <a:schemeClr val="lt1"/>
          </a:fontRef>
        </p:style>
        <p:txBody>
          <a:bodyPr wrap="square" anchor="ctr">
            <a:noAutofit/>
          </a:bodyPr>
          <a:lstStyle>
            <a:defPPr>
              <a:buNone/>
            </a:defPPr>
            <a:lvl1pPr marL="0" algn="l" defTabSz="457200">
              <a:buNone/>
              <a:defRPr sz="1800" kern="1200">
                <a:solidFill>
                  <a:schemeClr val="lt1"/>
                </a:solidFill>
                <a:latin typeface="+mn-lt"/>
                <a:ea typeface="+mn-ea"/>
                <a:cs typeface="+mn-cs"/>
              </a:defRPr>
            </a:lvl1pPr>
            <a:lvl2pPr marL="457200" algn="l" defTabSz="457200">
              <a:buNone/>
              <a:defRPr sz="1800" kern="1200">
                <a:solidFill>
                  <a:schemeClr val="lt1"/>
                </a:solidFill>
                <a:latin typeface="+mn-lt"/>
                <a:ea typeface="+mn-ea"/>
                <a:cs typeface="+mn-cs"/>
              </a:defRPr>
            </a:lvl2pPr>
            <a:lvl3pPr marL="914400" algn="l" defTabSz="457200">
              <a:buNone/>
              <a:defRPr sz="1800" kern="1200">
                <a:solidFill>
                  <a:schemeClr val="lt1"/>
                </a:solidFill>
                <a:latin typeface="+mn-lt"/>
                <a:ea typeface="+mn-ea"/>
                <a:cs typeface="+mn-cs"/>
              </a:defRPr>
            </a:lvl3pPr>
            <a:lvl4pPr marL="1371600" algn="l" defTabSz="457200">
              <a:buNone/>
              <a:defRPr sz="1800" kern="1200">
                <a:solidFill>
                  <a:schemeClr val="lt1"/>
                </a:solidFill>
                <a:latin typeface="+mn-lt"/>
                <a:ea typeface="+mn-ea"/>
                <a:cs typeface="+mn-cs"/>
              </a:defRPr>
            </a:lvl4pPr>
            <a:lvl5pPr marL="1828800" algn="l" defTabSz="457200">
              <a:buNone/>
              <a:defRPr sz="1800" kern="1200">
                <a:solidFill>
                  <a:schemeClr val="lt1"/>
                </a:solidFill>
                <a:latin typeface="+mn-lt"/>
                <a:ea typeface="+mn-ea"/>
                <a:cs typeface="+mn-cs"/>
              </a:defRPr>
            </a:lvl5pPr>
            <a:lvl6pPr marL="2286000" algn="l" defTabSz="457200">
              <a:buNone/>
              <a:defRPr sz="1800" kern="1200">
                <a:solidFill>
                  <a:schemeClr val="lt1"/>
                </a:solidFill>
                <a:latin typeface="+mn-lt"/>
                <a:ea typeface="+mn-ea"/>
                <a:cs typeface="+mn-cs"/>
              </a:defRPr>
            </a:lvl6pPr>
            <a:lvl7pPr marL="2743200" algn="l" defTabSz="457200">
              <a:buNone/>
              <a:defRPr sz="1800" kern="1200">
                <a:solidFill>
                  <a:schemeClr val="lt1"/>
                </a:solidFill>
                <a:latin typeface="+mn-lt"/>
                <a:ea typeface="+mn-ea"/>
                <a:cs typeface="+mn-cs"/>
              </a:defRPr>
            </a:lvl7pPr>
            <a:lvl8pPr marL="3200400" algn="l" defTabSz="457200">
              <a:buNone/>
              <a:defRPr sz="1800" kern="1200">
                <a:solidFill>
                  <a:schemeClr val="lt1"/>
                </a:solidFill>
                <a:latin typeface="+mn-lt"/>
                <a:ea typeface="+mn-ea"/>
                <a:cs typeface="+mn-cs"/>
              </a:defRPr>
            </a:lvl8pPr>
            <a:lvl9pPr marL="3657600" algn="l" defTabSz="457200">
              <a:buNone/>
              <a:defRPr sz="1800" kern="1200">
                <a:solidFill>
                  <a:schemeClr val="lt1"/>
                </a:solidFill>
                <a:latin typeface="+mn-lt"/>
                <a:ea typeface="+mn-ea"/>
                <a:cs typeface="+mn-cs"/>
              </a:defRPr>
            </a:lvl9pPr>
          </a:lstStyle>
          <a:p>
            <a:pPr algn="ctr">
              <a:defRPr sz="2500" b="1">
                <a:solidFill>
                  <a:srgbClr val="FFFFFF"/>
                </a:solidFill>
                <a:latin typeface="Times New Roman"/>
                <a:ea typeface="Times New Roman"/>
                <a:cs typeface="Times New Roman"/>
              </a:defRPr>
            </a:pPr>
            <a:r>
              <a:rPr lang="en-IN" sz="2500" b="1" dirty="0">
                <a:solidFill>
                  <a:srgbClr val="FFFFFF"/>
                </a:solidFill>
                <a:latin typeface="Times New Roman"/>
              </a:rPr>
              <a:t>Main Modules </a:t>
            </a:r>
            <a:endParaRPr sz="2500" b="1" dirty="0">
              <a:solidFill>
                <a:srgbClr val="FFFFFF"/>
              </a:solidFill>
              <a:latin typeface="Times New Roman"/>
              <a:ea typeface="Times New Roman"/>
              <a:cs typeface="Times New Roman"/>
            </a:endParaRPr>
          </a:p>
        </p:txBody>
      </p:sp>
      <p:pic>
        <p:nvPicPr>
          <p:cNvPr id="8" name="Picture 7">
            <a:extLst>
              <a:ext uri="{FF2B5EF4-FFF2-40B4-BE49-F238E27FC236}">
                <a16:creationId xmlns:a16="http://schemas.microsoft.com/office/drawing/2014/main" id="{7B4516D3-CFDE-5B1E-C9D9-BDD16BE50B44}"/>
              </a:ext>
            </a:extLst>
          </p:cNvPr>
          <p:cNvPicPr>
            <a:picLocks noChangeAspect="1"/>
          </p:cNvPicPr>
          <p:nvPr/>
        </p:nvPicPr>
        <p:blipFill>
          <a:blip r:embed="rId4"/>
          <a:stretch>
            <a:fillRect/>
          </a:stretch>
        </p:blipFill>
        <p:spPr>
          <a:xfrm>
            <a:off x="1222736" y="1354667"/>
            <a:ext cx="9165864" cy="4651410"/>
          </a:xfrm>
          <a:prstGeom prst="rect">
            <a:avLst/>
          </a:prstGeom>
        </p:spPr>
      </p:pic>
    </p:spTree>
    <p:extLst>
      <p:ext uri="{BB962C8B-B14F-4D97-AF65-F5344CB8AC3E}">
        <p14:creationId xmlns:p14="http://schemas.microsoft.com/office/powerpoint/2010/main" val="318094437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B494A9-DD6F-88AE-7A15-79F68A5A8BDF}"/>
            </a:ext>
          </a:extLst>
        </p:cNvPr>
        <p:cNvGrpSpPr/>
        <p:nvPr/>
      </p:nvGrpSpPr>
      <p:grpSpPr>
        <a:xfrm>
          <a:off x="0" y="0"/>
          <a:ext cx="0" cy="0"/>
          <a:chOff x="0" y="0"/>
          <a:chExt cx="0" cy="0"/>
        </a:xfrm>
      </p:grpSpPr>
      <p:pic>
        <p:nvPicPr>
          <p:cNvPr id="2" name="object 2">
            <a:extLst>
              <a:ext uri="{FF2B5EF4-FFF2-40B4-BE49-F238E27FC236}">
                <a16:creationId xmlns:a16="http://schemas.microsoft.com/office/drawing/2014/main" id="{D7C96E88-5F78-DAA7-4A7F-ADCF82CE5EC6}"/>
              </a:ext>
            </a:extLst>
          </p:cNvPr>
          <p:cNvPicPr/>
          <p:nvPr/>
        </p:nvPicPr>
        <p:blipFill>
          <a:blip r:embed="rId2" cstate="print"/>
          <a:stretch>
            <a:fillRect/>
          </a:stretch>
        </p:blipFill>
        <p:spPr>
          <a:xfrm>
            <a:off x="10918569" y="405860"/>
            <a:ext cx="931503" cy="323776"/>
          </a:xfrm>
          <a:prstGeom prst="rect">
            <a:avLst/>
          </a:prstGeom>
        </p:spPr>
      </p:pic>
      <p:grpSp>
        <p:nvGrpSpPr>
          <p:cNvPr id="3" name="object 3">
            <a:extLst>
              <a:ext uri="{FF2B5EF4-FFF2-40B4-BE49-F238E27FC236}">
                <a16:creationId xmlns:a16="http://schemas.microsoft.com/office/drawing/2014/main" id="{2C610A3D-1DE7-2C8A-CE21-66227A64EB9C}"/>
              </a:ext>
            </a:extLst>
          </p:cNvPr>
          <p:cNvGrpSpPr/>
          <p:nvPr/>
        </p:nvGrpSpPr>
        <p:grpSpPr>
          <a:xfrm>
            <a:off x="-1586" y="2085975"/>
            <a:ext cx="12200255" cy="4564380"/>
            <a:chOff x="-1586" y="2085975"/>
            <a:chExt cx="12200255" cy="4564380"/>
          </a:xfrm>
        </p:grpSpPr>
        <p:sp>
          <p:nvSpPr>
            <p:cNvPr id="4" name="object 4">
              <a:extLst>
                <a:ext uri="{FF2B5EF4-FFF2-40B4-BE49-F238E27FC236}">
                  <a16:creationId xmlns:a16="http://schemas.microsoft.com/office/drawing/2014/main" id="{5E7F25DE-5144-891A-E120-E3BB30C29364}"/>
                </a:ext>
              </a:extLst>
            </p:cNvPr>
            <p:cNvSpPr/>
            <p:nvPr/>
          </p:nvSpPr>
          <p:spPr>
            <a:xfrm>
              <a:off x="4763" y="6615112"/>
              <a:ext cx="12187555" cy="28575"/>
            </a:xfrm>
            <a:custGeom>
              <a:avLst/>
              <a:gdLst/>
              <a:ahLst/>
              <a:cxnLst/>
              <a:rect l="l" t="t" r="r" b="b"/>
              <a:pathLst>
                <a:path w="12187555" h="28575">
                  <a:moveTo>
                    <a:pt x="12187236" y="0"/>
                  </a:moveTo>
                  <a:lnTo>
                    <a:pt x="0" y="0"/>
                  </a:lnTo>
                  <a:lnTo>
                    <a:pt x="0" y="28575"/>
                  </a:lnTo>
                  <a:lnTo>
                    <a:pt x="12187236" y="28575"/>
                  </a:lnTo>
                  <a:lnTo>
                    <a:pt x="12187236" y="0"/>
                  </a:lnTo>
                  <a:close/>
                </a:path>
              </a:pathLst>
            </a:custGeom>
            <a:solidFill>
              <a:srgbClr val="E97031"/>
            </a:solidFill>
          </p:spPr>
          <p:txBody>
            <a:bodyPr wrap="square" lIns="0" tIns="0" rIns="0" bIns="0" rtlCol="0"/>
            <a:lstStyle/>
            <a:p>
              <a:endParaRPr/>
            </a:p>
          </p:txBody>
        </p:sp>
        <p:sp>
          <p:nvSpPr>
            <p:cNvPr id="5" name="object 5">
              <a:extLst>
                <a:ext uri="{FF2B5EF4-FFF2-40B4-BE49-F238E27FC236}">
                  <a16:creationId xmlns:a16="http://schemas.microsoft.com/office/drawing/2014/main" id="{76BC7D72-64A8-76FF-3B2E-6D634D5DD62B}"/>
                </a:ext>
              </a:extLst>
            </p:cNvPr>
            <p:cNvSpPr/>
            <p:nvPr/>
          </p:nvSpPr>
          <p:spPr>
            <a:xfrm>
              <a:off x="4763" y="6615112"/>
              <a:ext cx="12187555" cy="28575"/>
            </a:xfrm>
            <a:custGeom>
              <a:avLst/>
              <a:gdLst/>
              <a:ahLst/>
              <a:cxnLst/>
              <a:rect l="l" t="t" r="r" b="b"/>
              <a:pathLst>
                <a:path w="12187555" h="28575">
                  <a:moveTo>
                    <a:pt x="12187236" y="0"/>
                  </a:moveTo>
                  <a:lnTo>
                    <a:pt x="0" y="0"/>
                  </a:lnTo>
                  <a:lnTo>
                    <a:pt x="0" y="28575"/>
                  </a:lnTo>
                  <a:lnTo>
                    <a:pt x="12187236" y="28575"/>
                  </a:lnTo>
                </a:path>
              </a:pathLst>
            </a:custGeom>
            <a:ln w="12700">
              <a:solidFill>
                <a:srgbClr val="F36F24"/>
              </a:solidFill>
            </a:ln>
          </p:spPr>
          <p:txBody>
            <a:bodyPr wrap="square" lIns="0" tIns="0" rIns="0" bIns="0" rtlCol="0"/>
            <a:lstStyle/>
            <a:p>
              <a:endParaRPr/>
            </a:p>
          </p:txBody>
        </p:sp>
        <p:pic>
          <p:nvPicPr>
            <p:cNvPr id="6" name="object 6">
              <a:extLst>
                <a:ext uri="{FF2B5EF4-FFF2-40B4-BE49-F238E27FC236}">
                  <a16:creationId xmlns:a16="http://schemas.microsoft.com/office/drawing/2014/main" id="{C77E430F-FD1E-96C3-C7C8-A8E8E4BFC44C}"/>
                </a:ext>
              </a:extLst>
            </p:cNvPr>
            <p:cNvPicPr/>
            <p:nvPr/>
          </p:nvPicPr>
          <p:blipFill>
            <a:blip r:embed="rId3" cstate="print"/>
            <a:stretch>
              <a:fillRect/>
            </a:stretch>
          </p:blipFill>
          <p:spPr>
            <a:xfrm>
              <a:off x="9791699" y="2085975"/>
              <a:ext cx="2400300" cy="4495800"/>
            </a:xfrm>
            <a:prstGeom prst="rect">
              <a:avLst/>
            </a:prstGeom>
          </p:spPr>
        </p:pic>
      </p:grpSp>
      <p:sp>
        <p:nvSpPr>
          <p:cNvPr id="11" name="Rounded Rectangle 2">
            <a:extLst>
              <a:ext uri="{FF2B5EF4-FFF2-40B4-BE49-F238E27FC236}">
                <a16:creationId xmlns:a16="http://schemas.microsoft.com/office/drawing/2014/main" id="{DC1C1341-BA5B-0F27-0B07-C0AF9B894393}"/>
              </a:ext>
            </a:extLst>
          </p:cNvPr>
          <p:cNvSpPr>
            <a:spLocks noGrp="1"/>
          </p:cNvSpPr>
          <p:nvPr>
            <p:ph type="title"/>
          </p:nvPr>
        </p:nvSpPr>
        <p:spPr>
          <a:xfrm>
            <a:off x="1413933" y="567748"/>
            <a:ext cx="8561387" cy="504211"/>
          </a:xfrm>
          <a:prstGeom prst="roundRect">
            <a:avLst/>
          </a:prstGeom>
          <a:solidFill>
            <a:srgbClr val="F46A00"/>
          </a:solidFill>
          <a:ln>
            <a:solidFill>
              <a:srgbClr val="D65000"/>
            </a:solidFill>
          </a:ln>
        </p:spPr>
        <p:style>
          <a:lnRef idx="1">
            <a:schemeClr val="accent1"/>
          </a:lnRef>
          <a:fillRef idx="3">
            <a:schemeClr val="accent1"/>
          </a:fillRef>
          <a:effectRef idx="2">
            <a:schemeClr val="accent1"/>
          </a:effectRef>
          <a:fontRef idx="minor">
            <a:schemeClr val="lt1"/>
          </a:fontRef>
        </p:style>
        <p:txBody>
          <a:bodyPr wrap="square" anchor="ctr">
            <a:noAutofit/>
          </a:bodyPr>
          <a:lstStyle>
            <a:defPPr>
              <a:buNone/>
            </a:defPPr>
            <a:lvl1pPr marL="0" algn="l" defTabSz="457200">
              <a:buNone/>
              <a:defRPr sz="1800" kern="1200">
                <a:solidFill>
                  <a:schemeClr val="lt1"/>
                </a:solidFill>
                <a:latin typeface="+mn-lt"/>
                <a:ea typeface="+mn-ea"/>
                <a:cs typeface="+mn-cs"/>
              </a:defRPr>
            </a:lvl1pPr>
            <a:lvl2pPr marL="457200" algn="l" defTabSz="457200">
              <a:buNone/>
              <a:defRPr sz="1800" kern="1200">
                <a:solidFill>
                  <a:schemeClr val="lt1"/>
                </a:solidFill>
                <a:latin typeface="+mn-lt"/>
                <a:ea typeface="+mn-ea"/>
                <a:cs typeface="+mn-cs"/>
              </a:defRPr>
            </a:lvl2pPr>
            <a:lvl3pPr marL="914400" algn="l" defTabSz="457200">
              <a:buNone/>
              <a:defRPr sz="1800" kern="1200">
                <a:solidFill>
                  <a:schemeClr val="lt1"/>
                </a:solidFill>
                <a:latin typeface="+mn-lt"/>
                <a:ea typeface="+mn-ea"/>
                <a:cs typeface="+mn-cs"/>
              </a:defRPr>
            </a:lvl3pPr>
            <a:lvl4pPr marL="1371600" algn="l" defTabSz="457200">
              <a:buNone/>
              <a:defRPr sz="1800" kern="1200">
                <a:solidFill>
                  <a:schemeClr val="lt1"/>
                </a:solidFill>
                <a:latin typeface="+mn-lt"/>
                <a:ea typeface="+mn-ea"/>
                <a:cs typeface="+mn-cs"/>
              </a:defRPr>
            </a:lvl4pPr>
            <a:lvl5pPr marL="1828800" algn="l" defTabSz="457200">
              <a:buNone/>
              <a:defRPr sz="1800" kern="1200">
                <a:solidFill>
                  <a:schemeClr val="lt1"/>
                </a:solidFill>
                <a:latin typeface="+mn-lt"/>
                <a:ea typeface="+mn-ea"/>
                <a:cs typeface="+mn-cs"/>
              </a:defRPr>
            </a:lvl5pPr>
            <a:lvl6pPr marL="2286000" algn="l" defTabSz="457200">
              <a:buNone/>
              <a:defRPr sz="1800" kern="1200">
                <a:solidFill>
                  <a:schemeClr val="lt1"/>
                </a:solidFill>
                <a:latin typeface="+mn-lt"/>
                <a:ea typeface="+mn-ea"/>
                <a:cs typeface="+mn-cs"/>
              </a:defRPr>
            </a:lvl6pPr>
            <a:lvl7pPr marL="2743200" algn="l" defTabSz="457200">
              <a:buNone/>
              <a:defRPr sz="1800" kern="1200">
                <a:solidFill>
                  <a:schemeClr val="lt1"/>
                </a:solidFill>
                <a:latin typeface="+mn-lt"/>
                <a:ea typeface="+mn-ea"/>
                <a:cs typeface="+mn-cs"/>
              </a:defRPr>
            </a:lvl7pPr>
            <a:lvl8pPr marL="3200400" algn="l" defTabSz="457200">
              <a:buNone/>
              <a:defRPr sz="1800" kern="1200">
                <a:solidFill>
                  <a:schemeClr val="lt1"/>
                </a:solidFill>
                <a:latin typeface="+mn-lt"/>
                <a:ea typeface="+mn-ea"/>
                <a:cs typeface="+mn-cs"/>
              </a:defRPr>
            </a:lvl8pPr>
            <a:lvl9pPr marL="3657600" algn="l" defTabSz="457200">
              <a:buNone/>
              <a:defRPr sz="1800" kern="1200">
                <a:solidFill>
                  <a:schemeClr val="lt1"/>
                </a:solidFill>
                <a:latin typeface="+mn-lt"/>
                <a:ea typeface="+mn-ea"/>
                <a:cs typeface="+mn-cs"/>
              </a:defRPr>
            </a:lvl9pPr>
          </a:lstStyle>
          <a:p>
            <a:pPr algn="ctr">
              <a:defRPr sz="2500" b="1">
                <a:solidFill>
                  <a:srgbClr val="FFFFFF"/>
                </a:solidFill>
                <a:latin typeface="Times New Roman"/>
                <a:ea typeface="Times New Roman"/>
                <a:cs typeface="Times New Roman"/>
              </a:defRPr>
            </a:pPr>
            <a:r>
              <a:rPr lang="en-IN" sz="2500" b="1" dirty="0">
                <a:solidFill>
                  <a:srgbClr val="FFFFFF"/>
                </a:solidFill>
                <a:latin typeface="Times New Roman"/>
              </a:rPr>
              <a:t>Main Modules </a:t>
            </a:r>
            <a:endParaRPr sz="2500" b="1" dirty="0">
              <a:solidFill>
                <a:srgbClr val="FFFFFF"/>
              </a:solidFill>
              <a:latin typeface="Times New Roman"/>
              <a:ea typeface="Times New Roman"/>
              <a:cs typeface="Times New Roman"/>
            </a:endParaRPr>
          </a:p>
        </p:txBody>
      </p:sp>
      <p:pic>
        <p:nvPicPr>
          <p:cNvPr id="8" name="Picture 7">
            <a:extLst>
              <a:ext uri="{FF2B5EF4-FFF2-40B4-BE49-F238E27FC236}">
                <a16:creationId xmlns:a16="http://schemas.microsoft.com/office/drawing/2014/main" id="{296F706F-C033-37FD-BC4D-7C54EEE4F58F}"/>
              </a:ext>
            </a:extLst>
          </p:cNvPr>
          <p:cNvPicPr>
            <a:picLocks noChangeAspect="1"/>
          </p:cNvPicPr>
          <p:nvPr/>
        </p:nvPicPr>
        <p:blipFill>
          <a:blip r:embed="rId4"/>
          <a:stretch>
            <a:fillRect/>
          </a:stretch>
        </p:blipFill>
        <p:spPr>
          <a:xfrm>
            <a:off x="1170661" y="1405986"/>
            <a:ext cx="9409698" cy="4495801"/>
          </a:xfrm>
          <a:prstGeom prst="rect">
            <a:avLst/>
          </a:prstGeom>
        </p:spPr>
      </p:pic>
    </p:spTree>
    <p:extLst>
      <p:ext uri="{BB962C8B-B14F-4D97-AF65-F5344CB8AC3E}">
        <p14:creationId xmlns:p14="http://schemas.microsoft.com/office/powerpoint/2010/main" val="296253099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ABA397-DA51-AD48-3F8F-DEEDCF664EC3}"/>
            </a:ext>
          </a:extLst>
        </p:cNvPr>
        <p:cNvGrpSpPr/>
        <p:nvPr/>
      </p:nvGrpSpPr>
      <p:grpSpPr>
        <a:xfrm>
          <a:off x="0" y="0"/>
          <a:ext cx="0" cy="0"/>
          <a:chOff x="0" y="0"/>
          <a:chExt cx="0" cy="0"/>
        </a:xfrm>
      </p:grpSpPr>
      <p:pic>
        <p:nvPicPr>
          <p:cNvPr id="2" name="object 2">
            <a:extLst>
              <a:ext uri="{FF2B5EF4-FFF2-40B4-BE49-F238E27FC236}">
                <a16:creationId xmlns:a16="http://schemas.microsoft.com/office/drawing/2014/main" id="{8C603464-523A-0410-BE5A-45B9DB7F3D78}"/>
              </a:ext>
            </a:extLst>
          </p:cNvPr>
          <p:cNvPicPr/>
          <p:nvPr/>
        </p:nvPicPr>
        <p:blipFill>
          <a:blip r:embed="rId2" cstate="print"/>
          <a:stretch>
            <a:fillRect/>
          </a:stretch>
        </p:blipFill>
        <p:spPr>
          <a:xfrm>
            <a:off x="10918569" y="405860"/>
            <a:ext cx="931503" cy="323776"/>
          </a:xfrm>
          <a:prstGeom prst="rect">
            <a:avLst/>
          </a:prstGeom>
        </p:spPr>
      </p:pic>
      <p:grpSp>
        <p:nvGrpSpPr>
          <p:cNvPr id="3" name="object 3">
            <a:extLst>
              <a:ext uri="{FF2B5EF4-FFF2-40B4-BE49-F238E27FC236}">
                <a16:creationId xmlns:a16="http://schemas.microsoft.com/office/drawing/2014/main" id="{372917F4-6061-0A6E-6FB8-4E382FD0F589}"/>
              </a:ext>
            </a:extLst>
          </p:cNvPr>
          <p:cNvGrpSpPr/>
          <p:nvPr/>
        </p:nvGrpSpPr>
        <p:grpSpPr>
          <a:xfrm>
            <a:off x="-1586" y="2085975"/>
            <a:ext cx="12200255" cy="4564380"/>
            <a:chOff x="-1586" y="2085975"/>
            <a:chExt cx="12200255" cy="4564380"/>
          </a:xfrm>
        </p:grpSpPr>
        <p:sp>
          <p:nvSpPr>
            <p:cNvPr id="4" name="object 4">
              <a:extLst>
                <a:ext uri="{FF2B5EF4-FFF2-40B4-BE49-F238E27FC236}">
                  <a16:creationId xmlns:a16="http://schemas.microsoft.com/office/drawing/2014/main" id="{B2485D74-73EF-2348-49FC-BCA3FBAB4862}"/>
                </a:ext>
              </a:extLst>
            </p:cNvPr>
            <p:cNvSpPr/>
            <p:nvPr/>
          </p:nvSpPr>
          <p:spPr>
            <a:xfrm>
              <a:off x="4763" y="6615112"/>
              <a:ext cx="12187555" cy="28575"/>
            </a:xfrm>
            <a:custGeom>
              <a:avLst/>
              <a:gdLst/>
              <a:ahLst/>
              <a:cxnLst/>
              <a:rect l="l" t="t" r="r" b="b"/>
              <a:pathLst>
                <a:path w="12187555" h="28575">
                  <a:moveTo>
                    <a:pt x="12187236" y="0"/>
                  </a:moveTo>
                  <a:lnTo>
                    <a:pt x="0" y="0"/>
                  </a:lnTo>
                  <a:lnTo>
                    <a:pt x="0" y="28575"/>
                  </a:lnTo>
                  <a:lnTo>
                    <a:pt x="12187236" y="28575"/>
                  </a:lnTo>
                  <a:lnTo>
                    <a:pt x="12187236" y="0"/>
                  </a:lnTo>
                  <a:close/>
                </a:path>
              </a:pathLst>
            </a:custGeom>
            <a:solidFill>
              <a:srgbClr val="E97031"/>
            </a:solidFill>
          </p:spPr>
          <p:txBody>
            <a:bodyPr wrap="square" lIns="0" tIns="0" rIns="0" bIns="0" rtlCol="0"/>
            <a:lstStyle/>
            <a:p>
              <a:endParaRPr/>
            </a:p>
          </p:txBody>
        </p:sp>
        <p:sp>
          <p:nvSpPr>
            <p:cNvPr id="5" name="object 5">
              <a:extLst>
                <a:ext uri="{FF2B5EF4-FFF2-40B4-BE49-F238E27FC236}">
                  <a16:creationId xmlns:a16="http://schemas.microsoft.com/office/drawing/2014/main" id="{5A33617F-426F-8F74-9AB1-C36DB9462547}"/>
                </a:ext>
              </a:extLst>
            </p:cNvPr>
            <p:cNvSpPr/>
            <p:nvPr/>
          </p:nvSpPr>
          <p:spPr>
            <a:xfrm>
              <a:off x="4763" y="6615112"/>
              <a:ext cx="12187555" cy="28575"/>
            </a:xfrm>
            <a:custGeom>
              <a:avLst/>
              <a:gdLst/>
              <a:ahLst/>
              <a:cxnLst/>
              <a:rect l="l" t="t" r="r" b="b"/>
              <a:pathLst>
                <a:path w="12187555" h="28575">
                  <a:moveTo>
                    <a:pt x="12187236" y="0"/>
                  </a:moveTo>
                  <a:lnTo>
                    <a:pt x="0" y="0"/>
                  </a:lnTo>
                  <a:lnTo>
                    <a:pt x="0" y="28575"/>
                  </a:lnTo>
                  <a:lnTo>
                    <a:pt x="12187236" y="28575"/>
                  </a:lnTo>
                </a:path>
              </a:pathLst>
            </a:custGeom>
            <a:ln w="12700">
              <a:solidFill>
                <a:srgbClr val="F36F24"/>
              </a:solidFill>
            </a:ln>
          </p:spPr>
          <p:txBody>
            <a:bodyPr wrap="square" lIns="0" tIns="0" rIns="0" bIns="0" rtlCol="0"/>
            <a:lstStyle/>
            <a:p>
              <a:endParaRPr/>
            </a:p>
          </p:txBody>
        </p:sp>
        <p:pic>
          <p:nvPicPr>
            <p:cNvPr id="6" name="object 6">
              <a:extLst>
                <a:ext uri="{FF2B5EF4-FFF2-40B4-BE49-F238E27FC236}">
                  <a16:creationId xmlns:a16="http://schemas.microsoft.com/office/drawing/2014/main" id="{1D5A7859-5FC9-0440-6D6B-6FC1BCCEF619}"/>
                </a:ext>
              </a:extLst>
            </p:cNvPr>
            <p:cNvPicPr/>
            <p:nvPr/>
          </p:nvPicPr>
          <p:blipFill>
            <a:blip r:embed="rId3" cstate="print"/>
            <a:stretch>
              <a:fillRect/>
            </a:stretch>
          </p:blipFill>
          <p:spPr>
            <a:xfrm>
              <a:off x="9791699" y="2085975"/>
              <a:ext cx="2400300" cy="4495800"/>
            </a:xfrm>
            <a:prstGeom prst="rect">
              <a:avLst/>
            </a:prstGeom>
          </p:spPr>
        </p:pic>
      </p:grpSp>
      <p:sp>
        <p:nvSpPr>
          <p:cNvPr id="8" name="object 8">
            <a:extLst>
              <a:ext uri="{FF2B5EF4-FFF2-40B4-BE49-F238E27FC236}">
                <a16:creationId xmlns:a16="http://schemas.microsoft.com/office/drawing/2014/main" id="{76C50D23-61C7-7F8C-7D39-550B21E893DB}"/>
              </a:ext>
            </a:extLst>
          </p:cNvPr>
          <p:cNvSpPr txBox="1"/>
          <p:nvPr/>
        </p:nvSpPr>
        <p:spPr>
          <a:xfrm>
            <a:off x="1022137" y="1856211"/>
            <a:ext cx="9561196" cy="3380413"/>
          </a:xfrm>
          <a:prstGeom prst="rect">
            <a:avLst/>
          </a:prstGeom>
        </p:spPr>
        <p:txBody>
          <a:bodyPr vert="horz" wrap="square" lIns="0" tIns="12700" rIns="0" bIns="0" rtlCol="0">
            <a:spAutoFit/>
          </a:bodyPr>
          <a:lstStyle/>
          <a:p>
            <a:r>
              <a:rPr lang="en-IN" sz="2000" dirty="0">
                <a:latin typeface="Times New Roman" panose="02020603050405020304" pitchFamily="18" charset="0"/>
                <a:cs typeface="Times New Roman" panose="02020603050405020304" pitchFamily="18" charset="0"/>
              </a:rPr>
              <a:t>The Movie Recommendation System successfully provides movie suggestions using machine learning techniques. When a user selects a movie, the system identifies similar movies based on their genres, keywords, cast, and director using TF-IDF, cosine similarity, and the k-Nearest </a:t>
            </a:r>
            <a:r>
              <a:rPr lang="en-IN" sz="2000" dirty="0" err="1">
                <a:latin typeface="Times New Roman" panose="02020603050405020304" pitchFamily="18" charset="0"/>
                <a:cs typeface="Times New Roman" panose="02020603050405020304" pitchFamily="18" charset="0"/>
              </a:rPr>
              <a:t>Neighbors</a:t>
            </a:r>
            <a:r>
              <a:rPr lang="en-IN" sz="2000" dirty="0">
                <a:latin typeface="Times New Roman" panose="02020603050405020304" pitchFamily="18" charset="0"/>
                <a:cs typeface="Times New Roman" panose="02020603050405020304" pitchFamily="18" charset="0"/>
              </a:rPr>
              <a:t> algorithm. Users can also enter their interests and receive ranked movie recommendations based on text similarity and movie ratings.</a:t>
            </a:r>
          </a:p>
          <a:p>
            <a:r>
              <a:rPr lang="en-IN" sz="2000" dirty="0">
                <a:latin typeface="Times New Roman" panose="02020603050405020304" pitchFamily="18" charset="0"/>
                <a:cs typeface="Times New Roman" panose="02020603050405020304" pitchFamily="18" charset="0"/>
              </a:rPr>
              <a:t>The application also groups movies into five clusters using the K-Means clustering algorithm based on ratings and popularity. The results are displayed through an interactive </a:t>
            </a:r>
            <a:r>
              <a:rPr lang="en-IN" sz="2000" dirty="0" err="1">
                <a:latin typeface="Times New Roman" panose="02020603050405020304" pitchFamily="18" charset="0"/>
                <a:cs typeface="Times New Roman" panose="02020603050405020304" pitchFamily="18" charset="0"/>
              </a:rPr>
              <a:t>Streamlit</a:t>
            </a:r>
            <a:r>
              <a:rPr lang="en-IN" sz="2000" dirty="0">
                <a:latin typeface="Times New Roman" panose="02020603050405020304" pitchFamily="18" charset="0"/>
                <a:cs typeface="Times New Roman" panose="02020603050405020304" pitchFamily="18" charset="0"/>
              </a:rPr>
              <a:t> web interface, allowing users to explore similar movies, preference-based recommendations, and movie clusters. Overall, the system simplifies movie discovery and demonstrates the practical application of machine learning in recommendation systems</a:t>
            </a:r>
          </a:p>
          <a:p>
            <a:pPr marL="355600" indent="-342900">
              <a:lnSpc>
                <a:spcPct val="100000"/>
              </a:lnSpc>
              <a:spcBef>
                <a:spcPts val="100"/>
              </a:spcBef>
              <a:buFont typeface="Arial"/>
              <a:buChar char="•"/>
              <a:tabLst>
                <a:tab pos="355600" algn="l"/>
              </a:tabLst>
            </a:pPr>
            <a:endParaRPr sz="1800" dirty="0">
              <a:latin typeface="Calibri"/>
              <a:cs typeface="Calibri"/>
            </a:endParaRPr>
          </a:p>
        </p:txBody>
      </p:sp>
      <p:sp>
        <p:nvSpPr>
          <p:cNvPr id="11" name="Rounded Rectangle 2">
            <a:extLst>
              <a:ext uri="{FF2B5EF4-FFF2-40B4-BE49-F238E27FC236}">
                <a16:creationId xmlns:a16="http://schemas.microsoft.com/office/drawing/2014/main" id="{A5C96758-CC12-0504-44E8-7BAE1327535C}"/>
              </a:ext>
            </a:extLst>
          </p:cNvPr>
          <p:cNvSpPr>
            <a:spLocks noGrp="1"/>
          </p:cNvSpPr>
          <p:nvPr>
            <p:ph type="title"/>
          </p:nvPr>
        </p:nvSpPr>
        <p:spPr>
          <a:xfrm>
            <a:off x="1676400" y="583402"/>
            <a:ext cx="8561387" cy="504211"/>
          </a:xfrm>
          <a:prstGeom prst="roundRect">
            <a:avLst/>
          </a:prstGeom>
          <a:solidFill>
            <a:srgbClr val="F46A00"/>
          </a:solidFill>
          <a:ln>
            <a:solidFill>
              <a:srgbClr val="D65000"/>
            </a:solidFill>
          </a:ln>
        </p:spPr>
        <p:style>
          <a:lnRef idx="1">
            <a:schemeClr val="accent1"/>
          </a:lnRef>
          <a:fillRef idx="3">
            <a:schemeClr val="accent1"/>
          </a:fillRef>
          <a:effectRef idx="2">
            <a:schemeClr val="accent1"/>
          </a:effectRef>
          <a:fontRef idx="minor">
            <a:schemeClr val="lt1"/>
          </a:fontRef>
        </p:style>
        <p:txBody>
          <a:bodyPr wrap="square" anchor="ctr">
            <a:noAutofit/>
          </a:bodyPr>
          <a:lstStyle>
            <a:defPPr>
              <a:buNone/>
            </a:defPPr>
            <a:lvl1pPr marL="0" algn="l" defTabSz="457200">
              <a:buNone/>
              <a:defRPr sz="1800" kern="1200">
                <a:solidFill>
                  <a:schemeClr val="lt1"/>
                </a:solidFill>
                <a:latin typeface="+mn-lt"/>
                <a:ea typeface="+mn-ea"/>
                <a:cs typeface="+mn-cs"/>
              </a:defRPr>
            </a:lvl1pPr>
            <a:lvl2pPr marL="457200" algn="l" defTabSz="457200">
              <a:buNone/>
              <a:defRPr sz="1800" kern="1200">
                <a:solidFill>
                  <a:schemeClr val="lt1"/>
                </a:solidFill>
                <a:latin typeface="+mn-lt"/>
                <a:ea typeface="+mn-ea"/>
                <a:cs typeface="+mn-cs"/>
              </a:defRPr>
            </a:lvl2pPr>
            <a:lvl3pPr marL="914400" algn="l" defTabSz="457200">
              <a:buNone/>
              <a:defRPr sz="1800" kern="1200">
                <a:solidFill>
                  <a:schemeClr val="lt1"/>
                </a:solidFill>
                <a:latin typeface="+mn-lt"/>
                <a:ea typeface="+mn-ea"/>
                <a:cs typeface="+mn-cs"/>
              </a:defRPr>
            </a:lvl3pPr>
            <a:lvl4pPr marL="1371600" algn="l" defTabSz="457200">
              <a:buNone/>
              <a:defRPr sz="1800" kern="1200">
                <a:solidFill>
                  <a:schemeClr val="lt1"/>
                </a:solidFill>
                <a:latin typeface="+mn-lt"/>
                <a:ea typeface="+mn-ea"/>
                <a:cs typeface="+mn-cs"/>
              </a:defRPr>
            </a:lvl4pPr>
            <a:lvl5pPr marL="1828800" algn="l" defTabSz="457200">
              <a:buNone/>
              <a:defRPr sz="1800" kern="1200">
                <a:solidFill>
                  <a:schemeClr val="lt1"/>
                </a:solidFill>
                <a:latin typeface="+mn-lt"/>
                <a:ea typeface="+mn-ea"/>
                <a:cs typeface="+mn-cs"/>
              </a:defRPr>
            </a:lvl5pPr>
            <a:lvl6pPr marL="2286000" algn="l" defTabSz="457200">
              <a:buNone/>
              <a:defRPr sz="1800" kern="1200">
                <a:solidFill>
                  <a:schemeClr val="lt1"/>
                </a:solidFill>
                <a:latin typeface="+mn-lt"/>
                <a:ea typeface="+mn-ea"/>
                <a:cs typeface="+mn-cs"/>
              </a:defRPr>
            </a:lvl6pPr>
            <a:lvl7pPr marL="2743200" algn="l" defTabSz="457200">
              <a:buNone/>
              <a:defRPr sz="1800" kern="1200">
                <a:solidFill>
                  <a:schemeClr val="lt1"/>
                </a:solidFill>
                <a:latin typeface="+mn-lt"/>
                <a:ea typeface="+mn-ea"/>
                <a:cs typeface="+mn-cs"/>
              </a:defRPr>
            </a:lvl7pPr>
            <a:lvl8pPr marL="3200400" algn="l" defTabSz="457200">
              <a:buNone/>
              <a:defRPr sz="1800" kern="1200">
                <a:solidFill>
                  <a:schemeClr val="lt1"/>
                </a:solidFill>
                <a:latin typeface="+mn-lt"/>
                <a:ea typeface="+mn-ea"/>
                <a:cs typeface="+mn-cs"/>
              </a:defRPr>
            </a:lvl8pPr>
            <a:lvl9pPr marL="3657600" algn="l" defTabSz="457200">
              <a:buNone/>
              <a:defRPr sz="1800" kern="1200">
                <a:solidFill>
                  <a:schemeClr val="lt1"/>
                </a:solidFill>
                <a:latin typeface="+mn-lt"/>
                <a:ea typeface="+mn-ea"/>
                <a:cs typeface="+mn-cs"/>
              </a:defRPr>
            </a:lvl9pPr>
          </a:lstStyle>
          <a:p>
            <a:pPr algn="ctr">
              <a:defRPr sz="2500" b="1">
                <a:solidFill>
                  <a:srgbClr val="FFFFFF"/>
                </a:solidFill>
                <a:latin typeface="Times New Roman"/>
                <a:ea typeface="Times New Roman"/>
                <a:cs typeface="Times New Roman"/>
              </a:defRPr>
            </a:pPr>
            <a:r>
              <a:rPr lang="en-IN" sz="2500" b="1" dirty="0">
                <a:solidFill>
                  <a:srgbClr val="FFFFFF"/>
                </a:solidFill>
                <a:latin typeface="Times New Roman"/>
              </a:rPr>
              <a:t>Results and Output</a:t>
            </a:r>
            <a:endParaRPr sz="2500" b="1" dirty="0">
              <a:solidFill>
                <a:srgbClr val="FFFFFF"/>
              </a:solidFill>
              <a:latin typeface="Times New Roman"/>
              <a:ea typeface="Times New Roman"/>
              <a:cs typeface="Times New Roman"/>
            </a:endParaRPr>
          </a:p>
        </p:txBody>
      </p:sp>
    </p:spTree>
    <p:extLst>
      <p:ext uri="{BB962C8B-B14F-4D97-AF65-F5344CB8AC3E}">
        <p14:creationId xmlns:p14="http://schemas.microsoft.com/office/powerpoint/2010/main" val="233324599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4ADF0F-71AC-49DD-7997-4FD1AC0C5A48}"/>
            </a:ext>
          </a:extLst>
        </p:cNvPr>
        <p:cNvGrpSpPr/>
        <p:nvPr/>
      </p:nvGrpSpPr>
      <p:grpSpPr>
        <a:xfrm>
          <a:off x="0" y="0"/>
          <a:ext cx="0" cy="0"/>
          <a:chOff x="0" y="0"/>
          <a:chExt cx="0" cy="0"/>
        </a:xfrm>
      </p:grpSpPr>
      <p:pic>
        <p:nvPicPr>
          <p:cNvPr id="2" name="object 2">
            <a:extLst>
              <a:ext uri="{FF2B5EF4-FFF2-40B4-BE49-F238E27FC236}">
                <a16:creationId xmlns:a16="http://schemas.microsoft.com/office/drawing/2014/main" id="{71160F00-357B-BF16-2A81-EA93E1E867AE}"/>
              </a:ext>
            </a:extLst>
          </p:cNvPr>
          <p:cNvPicPr/>
          <p:nvPr/>
        </p:nvPicPr>
        <p:blipFill>
          <a:blip r:embed="rId2" cstate="print"/>
          <a:stretch>
            <a:fillRect/>
          </a:stretch>
        </p:blipFill>
        <p:spPr>
          <a:xfrm>
            <a:off x="10918569" y="405860"/>
            <a:ext cx="931503" cy="323776"/>
          </a:xfrm>
          <a:prstGeom prst="rect">
            <a:avLst/>
          </a:prstGeom>
        </p:spPr>
      </p:pic>
      <p:grpSp>
        <p:nvGrpSpPr>
          <p:cNvPr id="3" name="object 3">
            <a:extLst>
              <a:ext uri="{FF2B5EF4-FFF2-40B4-BE49-F238E27FC236}">
                <a16:creationId xmlns:a16="http://schemas.microsoft.com/office/drawing/2014/main" id="{DCF88685-5297-A1A7-FC17-17E879EEE5A4}"/>
              </a:ext>
            </a:extLst>
          </p:cNvPr>
          <p:cNvGrpSpPr/>
          <p:nvPr/>
        </p:nvGrpSpPr>
        <p:grpSpPr>
          <a:xfrm>
            <a:off x="-1586" y="2085975"/>
            <a:ext cx="12200255" cy="4564380"/>
            <a:chOff x="-1586" y="2085975"/>
            <a:chExt cx="12200255" cy="4564380"/>
          </a:xfrm>
        </p:grpSpPr>
        <p:sp>
          <p:nvSpPr>
            <p:cNvPr id="4" name="object 4">
              <a:extLst>
                <a:ext uri="{FF2B5EF4-FFF2-40B4-BE49-F238E27FC236}">
                  <a16:creationId xmlns:a16="http://schemas.microsoft.com/office/drawing/2014/main" id="{DB6D6D23-A958-FA03-2330-34E67BB31191}"/>
                </a:ext>
              </a:extLst>
            </p:cNvPr>
            <p:cNvSpPr/>
            <p:nvPr/>
          </p:nvSpPr>
          <p:spPr>
            <a:xfrm>
              <a:off x="4763" y="6615112"/>
              <a:ext cx="12187555" cy="28575"/>
            </a:xfrm>
            <a:custGeom>
              <a:avLst/>
              <a:gdLst/>
              <a:ahLst/>
              <a:cxnLst/>
              <a:rect l="l" t="t" r="r" b="b"/>
              <a:pathLst>
                <a:path w="12187555" h="28575">
                  <a:moveTo>
                    <a:pt x="12187236" y="0"/>
                  </a:moveTo>
                  <a:lnTo>
                    <a:pt x="0" y="0"/>
                  </a:lnTo>
                  <a:lnTo>
                    <a:pt x="0" y="28575"/>
                  </a:lnTo>
                  <a:lnTo>
                    <a:pt x="12187236" y="28575"/>
                  </a:lnTo>
                  <a:lnTo>
                    <a:pt x="12187236" y="0"/>
                  </a:lnTo>
                  <a:close/>
                </a:path>
              </a:pathLst>
            </a:custGeom>
            <a:solidFill>
              <a:srgbClr val="E97031"/>
            </a:solidFill>
          </p:spPr>
          <p:txBody>
            <a:bodyPr wrap="square" lIns="0" tIns="0" rIns="0" bIns="0" rtlCol="0"/>
            <a:lstStyle/>
            <a:p>
              <a:endParaRPr/>
            </a:p>
          </p:txBody>
        </p:sp>
        <p:sp>
          <p:nvSpPr>
            <p:cNvPr id="5" name="object 5">
              <a:extLst>
                <a:ext uri="{FF2B5EF4-FFF2-40B4-BE49-F238E27FC236}">
                  <a16:creationId xmlns:a16="http://schemas.microsoft.com/office/drawing/2014/main" id="{CD772127-9C5A-3267-2EBD-0138D8CA80F0}"/>
                </a:ext>
              </a:extLst>
            </p:cNvPr>
            <p:cNvSpPr/>
            <p:nvPr/>
          </p:nvSpPr>
          <p:spPr>
            <a:xfrm>
              <a:off x="4763" y="6615112"/>
              <a:ext cx="12187555" cy="28575"/>
            </a:xfrm>
            <a:custGeom>
              <a:avLst/>
              <a:gdLst/>
              <a:ahLst/>
              <a:cxnLst/>
              <a:rect l="l" t="t" r="r" b="b"/>
              <a:pathLst>
                <a:path w="12187555" h="28575">
                  <a:moveTo>
                    <a:pt x="12187236" y="0"/>
                  </a:moveTo>
                  <a:lnTo>
                    <a:pt x="0" y="0"/>
                  </a:lnTo>
                  <a:lnTo>
                    <a:pt x="0" y="28575"/>
                  </a:lnTo>
                  <a:lnTo>
                    <a:pt x="12187236" y="28575"/>
                  </a:lnTo>
                </a:path>
              </a:pathLst>
            </a:custGeom>
            <a:ln w="12700">
              <a:solidFill>
                <a:srgbClr val="F36F24"/>
              </a:solidFill>
            </a:ln>
          </p:spPr>
          <p:txBody>
            <a:bodyPr wrap="square" lIns="0" tIns="0" rIns="0" bIns="0" rtlCol="0"/>
            <a:lstStyle/>
            <a:p>
              <a:endParaRPr/>
            </a:p>
          </p:txBody>
        </p:sp>
        <p:pic>
          <p:nvPicPr>
            <p:cNvPr id="6" name="object 6">
              <a:extLst>
                <a:ext uri="{FF2B5EF4-FFF2-40B4-BE49-F238E27FC236}">
                  <a16:creationId xmlns:a16="http://schemas.microsoft.com/office/drawing/2014/main" id="{247E8A48-06A3-CB52-368D-BBE42071290B}"/>
                </a:ext>
              </a:extLst>
            </p:cNvPr>
            <p:cNvPicPr/>
            <p:nvPr/>
          </p:nvPicPr>
          <p:blipFill>
            <a:blip r:embed="rId3" cstate="print"/>
            <a:stretch>
              <a:fillRect/>
            </a:stretch>
          </p:blipFill>
          <p:spPr>
            <a:xfrm>
              <a:off x="9791699" y="2085975"/>
              <a:ext cx="2400300" cy="4495800"/>
            </a:xfrm>
            <a:prstGeom prst="rect">
              <a:avLst/>
            </a:prstGeom>
          </p:spPr>
        </p:pic>
      </p:grpSp>
      <p:sp>
        <p:nvSpPr>
          <p:cNvPr id="8" name="object 8">
            <a:extLst>
              <a:ext uri="{FF2B5EF4-FFF2-40B4-BE49-F238E27FC236}">
                <a16:creationId xmlns:a16="http://schemas.microsoft.com/office/drawing/2014/main" id="{93424C4E-7E87-5389-BE21-E960069435C3}"/>
              </a:ext>
            </a:extLst>
          </p:cNvPr>
          <p:cNvSpPr txBox="1"/>
          <p:nvPr/>
        </p:nvSpPr>
        <p:spPr>
          <a:xfrm>
            <a:off x="1022137" y="1856211"/>
            <a:ext cx="9561196" cy="3675365"/>
          </a:xfrm>
          <a:prstGeom prst="rect">
            <a:avLst/>
          </a:prstGeom>
        </p:spPr>
        <p:txBody>
          <a:bodyPr vert="horz" wrap="square" lIns="0" tIns="12700" rIns="0" bIns="0" rtlCol="0">
            <a:spAutoFit/>
          </a:bodyPr>
          <a:lstStyle/>
          <a:p>
            <a:r>
              <a:rPr lang="en-IN" sz="2000" dirty="0">
                <a:latin typeface="Times New Roman" panose="02020603050405020304" pitchFamily="18" charset="0"/>
                <a:cs typeface="Times New Roman" panose="02020603050405020304" pitchFamily="18" charset="0"/>
              </a:rPr>
              <a:t>In the future, the Movie Recommendation System can be improved by using a larger and regularly updated movie dataset to provide more diverse and relevant recommendations. Additional features such as movie posters, trailers, detailed descriptions, user accounts, and personalized watchlists can be introduced to make the application more interactive and user-friendly. The system can also be enhanced to learn from users' ratings, viewing history, and feedback to understand their interests better.</a:t>
            </a:r>
          </a:p>
          <a:p>
            <a:r>
              <a:rPr lang="en-IN" sz="2000" dirty="0">
                <a:latin typeface="Times New Roman" panose="02020603050405020304" pitchFamily="18" charset="0"/>
                <a:cs typeface="Times New Roman" panose="02020603050405020304" pitchFamily="18" charset="0"/>
              </a:rPr>
              <a:t>Furthermore, content-based filtering can be combined with collaborative filtering to generate more personalized recommendations. The performance of the system can be evaluated using metrics such as </a:t>
            </a:r>
            <a:r>
              <a:rPr lang="en-IN" sz="2000" dirty="0" err="1">
                <a:latin typeface="Times New Roman" panose="02020603050405020304" pitchFamily="18" charset="0"/>
                <a:cs typeface="Times New Roman" panose="02020603050405020304" pitchFamily="18" charset="0"/>
              </a:rPr>
              <a:t>Precision@K</a:t>
            </a:r>
            <a:r>
              <a:rPr lang="en-IN" sz="2000" dirty="0">
                <a:latin typeface="Times New Roman" panose="02020603050405020304" pitchFamily="18" charset="0"/>
                <a:cs typeface="Times New Roman" panose="02020603050405020304" pitchFamily="18" charset="0"/>
              </a:rPr>
              <a:t> and </a:t>
            </a:r>
            <a:r>
              <a:rPr lang="en-IN" sz="2000" dirty="0" err="1">
                <a:latin typeface="Times New Roman" panose="02020603050405020304" pitchFamily="18" charset="0"/>
                <a:cs typeface="Times New Roman" panose="02020603050405020304" pitchFamily="18" charset="0"/>
              </a:rPr>
              <a:t>Recall@K</a:t>
            </a:r>
            <a:r>
              <a:rPr lang="en-IN" sz="2000" dirty="0">
                <a:latin typeface="Times New Roman" panose="02020603050405020304" pitchFamily="18" charset="0"/>
                <a:cs typeface="Times New Roman" panose="02020603050405020304" pitchFamily="18" charset="0"/>
              </a:rPr>
              <a:t> to measure recommendation quality. Finally, the application can be deployed online so that users can access the Movie Recommendation System from anywhere and enjoy an improved movie discovery experience.</a:t>
            </a:r>
          </a:p>
          <a:p>
            <a:endParaRPr sz="1800" dirty="0">
              <a:latin typeface="Calibri"/>
              <a:cs typeface="Calibri"/>
            </a:endParaRPr>
          </a:p>
        </p:txBody>
      </p:sp>
      <p:sp>
        <p:nvSpPr>
          <p:cNvPr id="11" name="Rounded Rectangle 2">
            <a:extLst>
              <a:ext uri="{FF2B5EF4-FFF2-40B4-BE49-F238E27FC236}">
                <a16:creationId xmlns:a16="http://schemas.microsoft.com/office/drawing/2014/main" id="{2F6A9732-B638-19F5-19C1-AE4420784E2F}"/>
              </a:ext>
            </a:extLst>
          </p:cNvPr>
          <p:cNvSpPr>
            <a:spLocks noGrp="1"/>
          </p:cNvSpPr>
          <p:nvPr>
            <p:ph type="title"/>
          </p:nvPr>
        </p:nvSpPr>
        <p:spPr>
          <a:xfrm>
            <a:off x="1676400" y="583402"/>
            <a:ext cx="8561387" cy="504211"/>
          </a:xfrm>
          <a:prstGeom prst="roundRect">
            <a:avLst/>
          </a:prstGeom>
          <a:solidFill>
            <a:srgbClr val="F46A00"/>
          </a:solidFill>
          <a:ln>
            <a:solidFill>
              <a:srgbClr val="D65000"/>
            </a:solidFill>
          </a:ln>
        </p:spPr>
        <p:style>
          <a:lnRef idx="1">
            <a:schemeClr val="accent1"/>
          </a:lnRef>
          <a:fillRef idx="3">
            <a:schemeClr val="accent1"/>
          </a:fillRef>
          <a:effectRef idx="2">
            <a:schemeClr val="accent1"/>
          </a:effectRef>
          <a:fontRef idx="minor">
            <a:schemeClr val="lt1"/>
          </a:fontRef>
        </p:style>
        <p:txBody>
          <a:bodyPr wrap="square" anchor="ctr">
            <a:noAutofit/>
          </a:bodyPr>
          <a:lstStyle>
            <a:defPPr>
              <a:buNone/>
            </a:defPPr>
            <a:lvl1pPr marL="0" algn="l" defTabSz="457200">
              <a:buNone/>
              <a:defRPr sz="1800" kern="1200">
                <a:solidFill>
                  <a:schemeClr val="lt1"/>
                </a:solidFill>
                <a:latin typeface="+mn-lt"/>
                <a:ea typeface="+mn-ea"/>
                <a:cs typeface="+mn-cs"/>
              </a:defRPr>
            </a:lvl1pPr>
            <a:lvl2pPr marL="457200" algn="l" defTabSz="457200">
              <a:buNone/>
              <a:defRPr sz="1800" kern="1200">
                <a:solidFill>
                  <a:schemeClr val="lt1"/>
                </a:solidFill>
                <a:latin typeface="+mn-lt"/>
                <a:ea typeface="+mn-ea"/>
                <a:cs typeface="+mn-cs"/>
              </a:defRPr>
            </a:lvl2pPr>
            <a:lvl3pPr marL="914400" algn="l" defTabSz="457200">
              <a:buNone/>
              <a:defRPr sz="1800" kern="1200">
                <a:solidFill>
                  <a:schemeClr val="lt1"/>
                </a:solidFill>
                <a:latin typeface="+mn-lt"/>
                <a:ea typeface="+mn-ea"/>
                <a:cs typeface="+mn-cs"/>
              </a:defRPr>
            </a:lvl3pPr>
            <a:lvl4pPr marL="1371600" algn="l" defTabSz="457200">
              <a:buNone/>
              <a:defRPr sz="1800" kern="1200">
                <a:solidFill>
                  <a:schemeClr val="lt1"/>
                </a:solidFill>
                <a:latin typeface="+mn-lt"/>
                <a:ea typeface="+mn-ea"/>
                <a:cs typeface="+mn-cs"/>
              </a:defRPr>
            </a:lvl4pPr>
            <a:lvl5pPr marL="1828800" algn="l" defTabSz="457200">
              <a:buNone/>
              <a:defRPr sz="1800" kern="1200">
                <a:solidFill>
                  <a:schemeClr val="lt1"/>
                </a:solidFill>
                <a:latin typeface="+mn-lt"/>
                <a:ea typeface="+mn-ea"/>
                <a:cs typeface="+mn-cs"/>
              </a:defRPr>
            </a:lvl5pPr>
            <a:lvl6pPr marL="2286000" algn="l" defTabSz="457200">
              <a:buNone/>
              <a:defRPr sz="1800" kern="1200">
                <a:solidFill>
                  <a:schemeClr val="lt1"/>
                </a:solidFill>
                <a:latin typeface="+mn-lt"/>
                <a:ea typeface="+mn-ea"/>
                <a:cs typeface="+mn-cs"/>
              </a:defRPr>
            </a:lvl6pPr>
            <a:lvl7pPr marL="2743200" algn="l" defTabSz="457200">
              <a:buNone/>
              <a:defRPr sz="1800" kern="1200">
                <a:solidFill>
                  <a:schemeClr val="lt1"/>
                </a:solidFill>
                <a:latin typeface="+mn-lt"/>
                <a:ea typeface="+mn-ea"/>
                <a:cs typeface="+mn-cs"/>
              </a:defRPr>
            </a:lvl7pPr>
            <a:lvl8pPr marL="3200400" algn="l" defTabSz="457200">
              <a:buNone/>
              <a:defRPr sz="1800" kern="1200">
                <a:solidFill>
                  <a:schemeClr val="lt1"/>
                </a:solidFill>
                <a:latin typeface="+mn-lt"/>
                <a:ea typeface="+mn-ea"/>
                <a:cs typeface="+mn-cs"/>
              </a:defRPr>
            </a:lvl8pPr>
            <a:lvl9pPr marL="3657600" algn="l" defTabSz="457200">
              <a:buNone/>
              <a:defRPr sz="1800" kern="1200">
                <a:solidFill>
                  <a:schemeClr val="lt1"/>
                </a:solidFill>
                <a:latin typeface="+mn-lt"/>
                <a:ea typeface="+mn-ea"/>
                <a:cs typeface="+mn-cs"/>
              </a:defRPr>
            </a:lvl9pPr>
          </a:lstStyle>
          <a:p>
            <a:pPr algn="ctr">
              <a:defRPr sz="2500" b="1">
                <a:solidFill>
                  <a:srgbClr val="FFFFFF"/>
                </a:solidFill>
                <a:latin typeface="Times New Roman"/>
                <a:ea typeface="Times New Roman"/>
                <a:cs typeface="Times New Roman"/>
              </a:defRPr>
            </a:pPr>
            <a:r>
              <a:rPr lang="en-IN" sz="2500" b="1" dirty="0">
                <a:solidFill>
                  <a:srgbClr val="FFFFFF"/>
                </a:solidFill>
                <a:latin typeface="Times New Roman"/>
              </a:rPr>
              <a:t>Future Enhancements</a:t>
            </a:r>
            <a:endParaRPr sz="2500" b="1" dirty="0">
              <a:solidFill>
                <a:srgbClr val="FFFFFF"/>
              </a:solidFill>
              <a:latin typeface="Times New Roman"/>
              <a:ea typeface="Times New Roman"/>
              <a:cs typeface="Times New Roman"/>
            </a:endParaRPr>
          </a:p>
        </p:txBody>
      </p:sp>
    </p:spTree>
    <p:extLst>
      <p:ext uri="{BB962C8B-B14F-4D97-AF65-F5344CB8AC3E}">
        <p14:creationId xmlns:p14="http://schemas.microsoft.com/office/powerpoint/2010/main" val="135591669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BCF1E9-909A-09D5-8287-5664AF32ACFD}"/>
            </a:ext>
          </a:extLst>
        </p:cNvPr>
        <p:cNvGrpSpPr/>
        <p:nvPr/>
      </p:nvGrpSpPr>
      <p:grpSpPr>
        <a:xfrm>
          <a:off x="0" y="0"/>
          <a:ext cx="0" cy="0"/>
          <a:chOff x="0" y="0"/>
          <a:chExt cx="0" cy="0"/>
        </a:xfrm>
      </p:grpSpPr>
      <p:pic>
        <p:nvPicPr>
          <p:cNvPr id="2" name="object 2">
            <a:extLst>
              <a:ext uri="{FF2B5EF4-FFF2-40B4-BE49-F238E27FC236}">
                <a16:creationId xmlns:a16="http://schemas.microsoft.com/office/drawing/2014/main" id="{CE9200D9-65B0-3262-0D12-ADB30F2862C6}"/>
              </a:ext>
            </a:extLst>
          </p:cNvPr>
          <p:cNvPicPr/>
          <p:nvPr/>
        </p:nvPicPr>
        <p:blipFill>
          <a:blip r:embed="rId2" cstate="print"/>
          <a:stretch>
            <a:fillRect/>
          </a:stretch>
        </p:blipFill>
        <p:spPr>
          <a:xfrm>
            <a:off x="10918569" y="405860"/>
            <a:ext cx="931503" cy="323776"/>
          </a:xfrm>
          <a:prstGeom prst="rect">
            <a:avLst/>
          </a:prstGeom>
        </p:spPr>
      </p:pic>
      <p:grpSp>
        <p:nvGrpSpPr>
          <p:cNvPr id="3" name="object 3">
            <a:extLst>
              <a:ext uri="{FF2B5EF4-FFF2-40B4-BE49-F238E27FC236}">
                <a16:creationId xmlns:a16="http://schemas.microsoft.com/office/drawing/2014/main" id="{1798DF6A-27EE-9C6C-24FE-1FB3F4C583A9}"/>
              </a:ext>
            </a:extLst>
          </p:cNvPr>
          <p:cNvGrpSpPr/>
          <p:nvPr/>
        </p:nvGrpSpPr>
        <p:grpSpPr>
          <a:xfrm>
            <a:off x="-1586" y="2085975"/>
            <a:ext cx="12200255" cy="4564380"/>
            <a:chOff x="-1586" y="2085975"/>
            <a:chExt cx="12200255" cy="4564380"/>
          </a:xfrm>
        </p:grpSpPr>
        <p:sp>
          <p:nvSpPr>
            <p:cNvPr id="4" name="object 4">
              <a:extLst>
                <a:ext uri="{FF2B5EF4-FFF2-40B4-BE49-F238E27FC236}">
                  <a16:creationId xmlns:a16="http://schemas.microsoft.com/office/drawing/2014/main" id="{90272120-F20C-77AF-74F2-673D00FBD8E6}"/>
                </a:ext>
              </a:extLst>
            </p:cNvPr>
            <p:cNvSpPr/>
            <p:nvPr/>
          </p:nvSpPr>
          <p:spPr>
            <a:xfrm>
              <a:off x="4763" y="6615112"/>
              <a:ext cx="12187555" cy="28575"/>
            </a:xfrm>
            <a:custGeom>
              <a:avLst/>
              <a:gdLst/>
              <a:ahLst/>
              <a:cxnLst/>
              <a:rect l="l" t="t" r="r" b="b"/>
              <a:pathLst>
                <a:path w="12187555" h="28575">
                  <a:moveTo>
                    <a:pt x="12187236" y="0"/>
                  </a:moveTo>
                  <a:lnTo>
                    <a:pt x="0" y="0"/>
                  </a:lnTo>
                  <a:lnTo>
                    <a:pt x="0" y="28575"/>
                  </a:lnTo>
                  <a:lnTo>
                    <a:pt x="12187236" y="28575"/>
                  </a:lnTo>
                  <a:lnTo>
                    <a:pt x="12187236" y="0"/>
                  </a:lnTo>
                  <a:close/>
                </a:path>
              </a:pathLst>
            </a:custGeom>
            <a:solidFill>
              <a:srgbClr val="E97031"/>
            </a:solidFill>
          </p:spPr>
          <p:txBody>
            <a:bodyPr wrap="square" lIns="0" tIns="0" rIns="0" bIns="0" rtlCol="0"/>
            <a:lstStyle/>
            <a:p>
              <a:endParaRPr/>
            </a:p>
          </p:txBody>
        </p:sp>
        <p:sp>
          <p:nvSpPr>
            <p:cNvPr id="5" name="object 5">
              <a:extLst>
                <a:ext uri="{FF2B5EF4-FFF2-40B4-BE49-F238E27FC236}">
                  <a16:creationId xmlns:a16="http://schemas.microsoft.com/office/drawing/2014/main" id="{31A2BFE7-4F34-80BC-AC1C-833068C0200A}"/>
                </a:ext>
              </a:extLst>
            </p:cNvPr>
            <p:cNvSpPr/>
            <p:nvPr/>
          </p:nvSpPr>
          <p:spPr>
            <a:xfrm>
              <a:off x="4763" y="6615112"/>
              <a:ext cx="12187555" cy="28575"/>
            </a:xfrm>
            <a:custGeom>
              <a:avLst/>
              <a:gdLst/>
              <a:ahLst/>
              <a:cxnLst/>
              <a:rect l="l" t="t" r="r" b="b"/>
              <a:pathLst>
                <a:path w="12187555" h="28575">
                  <a:moveTo>
                    <a:pt x="12187236" y="0"/>
                  </a:moveTo>
                  <a:lnTo>
                    <a:pt x="0" y="0"/>
                  </a:lnTo>
                  <a:lnTo>
                    <a:pt x="0" y="28575"/>
                  </a:lnTo>
                  <a:lnTo>
                    <a:pt x="12187236" y="28575"/>
                  </a:lnTo>
                </a:path>
              </a:pathLst>
            </a:custGeom>
            <a:ln w="12700">
              <a:solidFill>
                <a:srgbClr val="F36F24"/>
              </a:solidFill>
            </a:ln>
          </p:spPr>
          <p:txBody>
            <a:bodyPr wrap="square" lIns="0" tIns="0" rIns="0" bIns="0" rtlCol="0"/>
            <a:lstStyle/>
            <a:p>
              <a:endParaRPr/>
            </a:p>
          </p:txBody>
        </p:sp>
        <p:pic>
          <p:nvPicPr>
            <p:cNvPr id="6" name="object 6">
              <a:extLst>
                <a:ext uri="{FF2B5EF4-FFF2-40B4-BE49-F238E27FC236}">
                  <a16:creationId xmlns:a16="http://schemas.microsoft.com/office/drawing/2014/main" id="{71A6263D-D5FA-40F8-3735-1A7DA5E07E66}"/>
                </a:ext>
              </a:extLst>
            </p:cNvPr>
            <p:cNvPicPr/>
            <p:nvPr/>
          </p:nvPicPr>
          <p:blipFill>
            <a:blip r:embed="rId3" cstate="print"/>
            <a:stretch>
              <a:fillRect/>
            </a:stretch>
          </p:blipFill>
          <p:spPr>
            <a:xfrm>
              <a:off x="9791699" y="2085975"/>
              <a:ext cx="2400300" cy="4495800"/>
            </a:xfrm>
            <a:prstGeom prst="rect">
              <a:avLst/>
            </a:prstGeom>
          </p:spPr>
        </p:pic>
      </p:grpSp>
      <p:sp>
        <p:nvSpPr>
          <p:cNvPr id="8" name="object 8">
            <a:extLst>
              <a:ext uri="{FF2B5EF4-FFF2-40B4-BE49-F238E27FC236}">
                <a16:creationId xmlns:a16="http://schemas.microsoft.com/office/drawing/2014/main" id="{B6727E43-552B-C4F8-0FC4-3391B24C6BEA}"/>
              </a:ext>
            </a:extLst>
          </p:cNvPr>
          <p:cNvSpPr txBox="1"/>
          <p:nvPr/>
        </p:nvSpPr>
        <p:spPr>
          <a:xfrm>
            <a:off x="971337" y="1705903"/>
            <a:ext cx="9561196" cy="4290918"/>
          </a:xfrm>
          <a:prstGeom prst="rect">
            <a:avLst/>
          </a:prstGeom>
        </p:spPr>
        <p:txBody>
          <a:bodyPr vert="horz" wrap="square" lIns="0" tIns="12700" rIns="0" bIns="0" rtlCol="0">
            <a:spAutoFit/>
          </a:bodyPr>
          <a:lstStyle/>
          <a:p>
            <a:r>
              <a:rPr lang="en-IN" sz="2000" dirty="0">
                <a:latin typeface="Times New Roman" panose="02020603050405020304" pitchFamily="18" charset="0"/>
                <a:cs typeface="Times New Roman" panose="02020603050405020304" pitchFamily="18" charset="0"/>
              </a:rPr>
              <a:t>The Movie Recommendation System using Machine Learning provides an effective way to help users discover movies according to their interests and preferences. The system uses TF-IDF, cosine similarity, and the k-Nearest </a:t>
            </a:r>
            <a:r>
              <a:rPr lang="en-IN" sz="2000" dirty="0" err="1">
                <a:latin typeface="Times New Roman" panose="02020603050405020304" pitchFamily="18" charset="0"/>
                <a:cs typeface="Times New Roman" panose="02020603050405020304" pitchFamily="18" charset="0"/>
              </a:rPr>
              <a:t>Neighbors</a:t>
            </a:r>
            <a:r>
              <a:rPr lang="en-IN" sz="2000" dirty="0">
                <a:latin typeface="Times New Roman" panose="02020603050405020304" pitchFamily="18" charset="0"/>
                <a:cs typeface="Times New Roman" panose="02020603050405020304" pitchFamily="18" charset="0"/>
              </a:rPr>
              <a:t> algorithm to identify similar movies and generate preference-based recommendations. It also applies K-Means clustering to group movies based on their ratings and popularity. These techniques demonstrate how machine learning can be used to </a:t>
            </a:r>
            <a:r>
              <a:rPr lang="en-IN" sz="2000" dirty="0" err="1">
                <a:latin typeface="Times New Roman" panose="02020603050405020304" pitchFamily="18" charset="0"/>
                <a:cs typeface="Times New Roman" panose="02020603050405020304" pitchFamily="18" charset="0"/>
              </a:rPr>
              <a:t>analyze</a:t>
            </a:r>
            <a:r>
              <a:rPr lang="en-IN" sz="2000" dirty="0">
                <a:latin typeface="Times New Roman" panose="02020603050405020304" pitchFamily="18" charset="0"/>
                <a:cs typeface="Times New Roman" panose="02020603050405020304" pitchFamily="18" charset="0"/>
              </a:rPr>
              <a:t> movie data and provide meaningful suggestions.</a:t>
            </a:r>
          </a:p>
          <a:p>
            <a:r>
              <a:rPr lang="en-IN" sz="2000" dirty="0">
                <a:latin typeface="Times New Roman" panose="02020603050405020304" pitchFamily="18" charset="0"/>
                <a:cs typeface="Times New Roman" panose="02020603050405020304" pitchFamily="18" charset="0"/>
              </a:rPr>
              <a:t>The application is developed using Python and </a:t>
            </a:r>
            <a:r>
              <a:rPr lang="en-IN" sz="2000" dirty="0" err="1">
                <a:latin typeface="Times New Roman" panose="02020603050405020304" pitchFamily="18" charset="0"/>
                <a:cs typeface="Times New Roman" panose="02020603050405020304" pitchFamily="18" charset="0"/>
              </a:rPr>
              <a:t>Streamlit</a:t>
            </a:r>
            <a:r>
              <a:rPr lang="en-IN" sz="2000" dirty="0">
                <a:latin typeface="Times New Roman" panose="02020603050405020304" pitchFamily="18" charset="0"/>
                <a:cs typeface="Times New Roman" panose="02020603050405020304" pitchFamily="18" charset="0"/>
              </a:rPr>
              <a:t>, providing a simple and interactive interface for users to explore movie recommendations. This project reduces the effort required to search for suitable movies and improves the movie discovery process. Overall, the project provides practical experience in machine learning, text processing, data analysis, and web application development, while offering opportunities for future improvements and more personalized recommendations.</a:t>
            </a:r>
          </a:p>
          <a:p>
            <a:r>
              <a:rPr lang="en-IN" sz="2000" dirty="0">
                <a:latin typeface="Times New Roman" panose="02020603050405020304" pitchFamily="18" charset="0"/>
                <a:cs typeface="Times New Roman" panose="02020603050405020304" pitchFamily="18" charset="0"/>
              </a:rPr>
              <a:t>.</a:t>
            </a:r>
          </a:p>
          <a:p>
            <a:endParaRPr sz="1800" dirty="0">
              <a:latin typeface="Calibri"/>
              <a:cs typeface="Calibri"/>
            </a:endParaRPr>
          </a:p>
        </p:txBody>
      </p:sp>
      <p:sp>
        <p:nvSpPr>
          <p:cNvPr id="11" name="Rounded Rectangle 2">
            <a:extLst>
              <a:ext uri="{FF2B5EF4-FFF2-40B4-BE49-F238E27FC236}">
                <a16:creationId xmlns:a16="http://schemas.microsoft.com/office/drawing/2014/main" id="{2E091A5D-E825-67CE-05F2-BD76E6BA3A59}"/>
              </a:ext>
            </a:extLst>
          </p:cNvPr>
          <p:cNvSpPr>
            <a:spLocks noGrp="1"/>
          </p:cNvSpPr>
          <p:nvPr>
            <p:ph type="title"/>
          </p:nvPr>
        </p:nvSpPr>
        <p:spPr>
          <a:xfrm>
            <a:off x="1676400" y="583402"/>
            <a:ext cx="8561387" cy="504211"/>
          </a:xfrm>
          <a:prstGeom prst="roundRect">
            <a:avLst/>
          </a:prstGeom>
          <a:solidFill>
            <a:srgbClr val="F46A00"/>
          </a:solidFill>
          <a:ln>
            <a:solidFill>
              <a:srgbClr val="D65000"/>
            </a:solidFill>
          </a:ln>
        </p:spPr>
        <p:style>
          <a:lnRef idx="1">
            <a:schemeClr val="accent1"/>
          </a:lnRef>
          <a:fillRef idx="3">
            <a:schemeClr val="accent1"/>
          </a:fillRef>
          <a:effectRef idx="2">
            <a:schemeClr val="accent1"/>
          </a:effectRef>
          <a:fontRef idx="minor">
            <a:schemeClr val="lt1"/>
          </a:fontRef>
        </p:style>
        <p:txBody>
          <a:bodyPr wrap="square" anchor="ctr">
            <a:noAutofit/>
          </a:bodyPr>
          <a:lstStyle>
            <a:defPPr>
              <a:buNone/>
            </a:defPPr>
            <a:lvl1pPr marL="0" algn="l" defTabSz="457200">
              <a:buNone/>
              <a:defRPr sz="1800" kern="1200">
                <a:solidFill>
                  <a:schemeClr val="lt1"/>
                </a:solidFill>
                <a:latin typeface="+mn-lt"/>
                <a:ea typeface="+mn-ea"/>
                <a:cs typeface="+mn-cs"/>
              </a:defRPr>
            </a:lvl1pPr>
            <a:lvl2pPr marL="457200" algn="l" defTabSz="457200">
              <a:buNone/>
              <a:defRPr sz="1800" kern="1200">
                <a:solidFill>
                  <a:schemeClr val="lt1"/>
                </a:solidFill>
                <a:latin typeface="+mn-lt"/>
                <a:ea typeface="+mn-ea"/>
                <a:cs typeface="+mn-cs"/>
              </a:defRPr>
            </a:lvl2pPr>
            <a:lvl3pPr marL="914400" algn="l" defTabSz="457200">
              <a:buNone/>
              <a:defRPr sz="1800" kern="1200">
                <a:solidFill>
                  <a:schemeClr val="lt1"/>
                </a:solidFill>
                <a:latin typeface="+mn-lt"/>
                <a:ea typeface="+mn-ea"/>
                <a:cs typeface="+mn-cs"/>
              </a:defRPr>
            </a:lvl3pPr>
            <a:lvl4pPr marL="1371600" algn="l" defTabSz="457200">
              <a:buNone/>
              <a:defRPr sz="1800" kern="1200">
                <a:solidFill>
                  <a:schemeClr val="lt1"/>
                </a:solidFill>
                <a:latin typeface="+mn-lt"/>
                <a:ea typeface="+mn-ea"/>
                <a:cs typeface="+mn-cs"/>
              </a:defRPr>
            </a:lvl4pPr>
            <a:lvl5pPr marL="1828800" algn="l" defTabSz="457200">
              <a:buNone/>
              <a:defRPr sz="1800" kern="1200">
                <a:solidFill>
                  <a:schemeClr val="lt1"/>
                </a:solidFill>
                <a:latin typeface="+mn-lt"/>
                <a:ea typeface="+mn-ea"/>
                <a:cs typeface="+mn-cs"/>
              </a:defRPr>
            </a:lvl5pPr>
            <a:lvl6pPr marL="2286000" algn="l" defTabSz="457200">
              <a:buNone/>
              <a:defRPr sz="1800" kern="1200">
                <a:solidFill>
                  <a:schemeClr val="lt1"/>
                </a:solidFill>
                <a:latin typeface="+mn-lt"/>
                <a:ea typeface="+mn-ea"/>
                <a:cs typeface="+mn-cs"/>
              </a:defRPr>
            </a:lvl6pPr>
            <a:lvl7pPr marL="2743200" algn="l" defTabSz="457200">
              <a:buNone/>
              <a:defRPr sz="1800" kern="1200">
                <a:solidFill>
                  <a:schemeClr val="lt1"/>
                </a:solidFill>
                <a:latin typeface="+mn-lt"/>
                <a:ea typeface="+mn-ea"/>
                <a:cs typeface="+mn-cs"/>
              </a:defRPr>
            </a:lvl7pPr>
            <a:lvl8pPr marL="3200400" algn="l" defTabSz="457200">
              <a:buNone/>
              <a:defRPr sz="1800" kern="1200">
                <a:solidFill>
                  <a:schemeClr val="lt1"/>
                </a:solidFill>
                <a:latin typeface="+mn-lt"/>
                <a:ea typeface="+mn-ea"/>
                <a:cs typeface="+mn-cs"/>
              </a:defRPr>
            </a:lvl8pPr>
            <a:lvl9pPr marL="3657600" algn="l" defTabSz="457200">
              <a:buNone/>
              <a:defRPr sz="1800" kern="1200">
                <a:solidFill>
                  <a:schemeClr val="lt1"/>
                </a:solidFill>
                <a:latin typeface="+mn-lt"/>
                <a:ea typeface="+mn-ea"/>
                <a:cs typeface="+mn-cs"/>
              </a:defRPr>
            </a:lvl9pPr>
          </a:lstStyle>
          <a:p>
            <a:pPr algn="ctr">
              <a:defRPr sz="2500" b="1">
                <a:solidFill>
                  <a:srgbClr val="FFFFFF"/>
                </a:solidFill>
                <a:latin typeface="Times New Roman"/>
                <a:ea typeface="Times New Roman"/>
                <a:cs typeface="Times New Roman"/>
              </a:defRPr>
            </a:pPr>
            <a:r>
              <a:rPr lang="en-IN" sz="2500" b="1" dirty="0">
                <a:solidFill>
                  <a:srgbClr val="FFFFFF"/>
                </a:solidFill>
                <a:latin typeface="Times New Roman"/>
              </a:rPr>
              <a:t>Conclusion</a:t>
            </a:r>
            <a:endParaRPr sz="2500" b="1" dirty="0">
              <a:solidFill>
                <a:srgbClr val="FFFFFF"/>
              </a:solidFill>
              <a:latin typeface="Times New Roman"/>
              <a:ea typeface="Times New Roman"/>
              <a:cs typeface="Times New Roman"/>
            </a:endParaRPr>
          </a:p>
        </p:txBody>
      </p:sp>
    </p:spTree>
    <p:extLst>
      <p:ext uri="{BB962C8B-B14F-4D97-AF65-F5344CB8AC3E}">
        <p14:creationId xmlns:p14="http://schemas.microsoft.com/office/powerpoint/2010/main" val="175932364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68</TotalTime>
  <Words>1474</Words>
  <Application>Microsoft Office PowerPoint</Application>
  <PresentationFormat>Widescreen</PresentationFormat>
  <Paragraphs>119</Paragraphs>
  <Slides>17</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Arial</vt:lpstr>
      <vt:lpstr>Calibri</vt:lpstr>
      <vt:lpstr>Calibri Light</vt:lpstr>
      <vt:lpstr>Times New Roman</vt:lpstr>
      <vt:lpstr>Office Theme</vt:lpstr>
      <vt:lpstr>Movie recommendation System – Project  Review </vt:lpstr>
      <vt:lpstr>Movie recommendation System – Project  Review </vt:lpstr>
      <vt:lpstr>ABSTRACT</vt:lpstr>
      <vt:lpstr>PROBLEM STATEMENT</vt:lpstr>
      <vt:lpstr>OBJECTIVES</vt:lpstr>
      <vt:lpstr>Existing System vs Proposed System</vt:lpstr>
      <vt:lpstr>Technologies Used</vt:lpstr>
      <vt:lpstr>Dataset Description</vt:lpstr>
      <vt:lpstr>System Architecture</vt:lpstr>
      <vt:lpstr>Machine Learning Algorithms Used</vt:lpstr>
      <vt:lpstr>Machine Learning Algorithms Used</vt:lpstr>
      <vt:lpstr>Main Modules </vt:lpstr>
      <vt:lpstr>Main Modules </vt:lpstr>
      <vt:lpstr>Main Modules </vt:lpstr>
      <vt:lpstr>Results and Output</vt:lpstr>
      <vt:lpstr>Future Enhancements</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kusuma tanuku</dc:creator>
  <cp:lastModifiedBy>kusuma tanuku</cp:lastModifiedBy>
  <cp:revision>1</cp:revision>
  <dcterms:created xsi:type="dcterms:W3CDTF">2026-10-23T07:23:31Z</dcterms:created>
  <dcterms:modified xsi:type="dcterms:W3CDTF">2026-10-23T08:32:17Z</dcterms:modified>
</cp:coreProperties>
</file>